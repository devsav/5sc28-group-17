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25"/>
  </p:notesMasterIdLst>
  <p:handoutMasterIdLst>
    <p:handoutMasterId r:id="rId26"/>
  </p:handoutMasterIdLst>
  <p:sldIdLst>
    <p:sldId id="1519" r:id="rId5"/>
    <p:sldId id="1520" r:id="rId6"/>
    <p:sldId id="1531" r:id="rId7"/>
    <p:sldId id="1532" r:id="rId8"/>
    <p:sldId id="1499" r:id="rId9"/>
    <p:sldId id="1533" r:id="rId10"/>
    <p:sldId id="1534" r:id="rId11"/>
    <p:sldId id="1535" r:id="rId12"/>
    <p:sldId id="1536" r:id="rId13"/>
    <p:sldId id="1522" r:id="rId14"/>
    <p:sldId id="1515" r:id="rId15"/>
    <p:sldId id="1502" r:id="rId16"/>
    <p:sldId id="1524" r:id="rId17"/>
    <p:sldId id="1525" r:id="rId18"/>
    <p:sldId id="1516" r:id="rId19"/>
    <p:sldId id="1506" r:id="rId20"/>
    <p:sldId id="1518" r:id="rId21"/>
    <p:sldId id="1528" r:id="rId22"/>
    <p:sldId id="1526" r:id="rId23"/>
    <p:sldId id="152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5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giotis, Savvas" userId="8e2fd957-98be-4c52-8350-396a56528296" providerId="ADAL" clId="{B66F7508-70B4-4698-8ED9-645AE438A441}"/>
    <pc:docChg chg="undo custSel addSld delSld modSld">
      <pc:chgData name="Saragiotis, Savvas" userId="8e2fd957-98be-4c52-8350-396a56528296" providerId="ADAL" clId="{B66F7508-70B4-4698-8ED9-645AE438A441}" dt="2026-06-20T14:06:21.381" v="685" actId="20577"/>
      <pc:docMkLst>
        <pc:docMk/>
      </pc:docMkLst>
      <pc:sldChg chg="addSp modSp mod">
        <pc:chgData name="Saragiotis, Savvas" userId="8e2fd957-98be-4c52-8350-396a56528296" providerId="ADAL" clId="{B66F7508-70B4-4698-8ED9-645AE438A441}" dt="2026-06-19T09:28:19.771" v="176"/>
        <pc:sldMkLst>
          <pc:docMk/>
          <pc:sldMk cId="1751885377" sldId="1499"/>
        </pc:sldMkLst>
        <pc:spChg chg="mod">
          <ac:chgData name="Saragiotis, Savvas" userId="8e2fd957-98be-4c52-8350-396a56528296" providerId="ADAL" clId="{B66F7508-70B4-4698-8ED9-645AE438A441}" dt="2026-06-19T09:28:07.614" v="173" actId="20577"/>
          <ac:spMkLst>
            <pc:docMk/>
            <pc:sldMk cId="1751885377" sldId="1499"/>
            <ac:spMk id="2" creationId="{1ECC7084-C959-6935-0D99-455326A78F99}"/>
          </ac:spMkLst>
        </pc:spChg>
        <pc:grpChg chg="mod">
          <ac:chgData name="Saragiotis, Savvas" userId="8e2fd957-98be-4c52-8350-396a56528296" providerId="ADAL" clId="{B66F7508-70B4-4698-8ED9-645AE438A441}" dt="2026-06-19T09:28:19.771" v="176"/>
          <ac:grpSpMkLst>
            <pc:docMk/>
            <pc:sldMk cId="1751885377" sldId="1499"/>
            <ac:grpSpMk id="5" creationId="{B55AD475-E13C-EA3E-43ED-83AC4ACE767C}"/>
          </ac:grpSpMkLst>
        </pc:grpChg>
        <pc:inkChg chg="add mod">
          <ac:chgData name="Saragiotis, Savvas" userId="8e2fd957-98be-4c52-8350-396a56528296" providerId="ADAL" clId="{B66F7508-70B4-4698-8ED9-645AE438A441}" dt="2026-06-19T09:28:19.771" v="176"/>
          <ac:inkMkLst>
            <pc:docMk/>
            <pc:sldMk cId="1751885377" sldId="1499"/>
            <ac:inkMk id="3" creationId="{8B91EA03-8824-8E81-AFB4-B13324D18E6E}"/>
          </ac:inkMkLst>
        </pc:inkChg>
        <pc:inkChg chg="add mod">
          <ac:chgData name="Saragiotis, Savvas" userId="8e2fd957-98be-4c52-8350-396a56528296" providerId="ADAL" clId="{B66F7508-70B4-4698-8ED9-645AE438A441}" dt="2026-06-19T09:28:19.771" v="176"/>
          <ac:inkMkLst>
            <pc:docMk/>
            <pc:sldMk cId="1751885377" sldId="1499"/>
            <ac:inkMk id="4" creationId="{7D60D17A-3D57-61BA-3E50-ED03EA6699D3}"/>
          </ac:inkMkLst>
        </pc:inkChg>
      </pc:sldChg>
      <pc:sldChg chg="modSp mod">
        <pc:chgData name="Saragiotis, Savvas" userId="8e2fd957-98be-4c52-8350-396a56528296" providerId="ADAL" clId="{B66F7508-70B4-4698-8ED9-645AE438A441}" dt="2026-06-19T08:53:55.592" v="5"/>
        <pc:sldMkLst>
          <pc:docMk/>
          <pc:sldMk cId="3399578428" sldId="1519"/>
        </pc:sldMkLst>
        <pc:spChg chg="mod">
          <ac:chgData name="Saragiotis, Savvas" userId="8e2fd957-98be-4c52-8350-396a56528296" providerId="ADAL" clId="{B66F7508-70B4-4698-8ED9-645AE438A441}" dt="2026-06-19T08:53:43.085" v="4" actId="404"/>
          <ac:spMkLst>
            <pc:docMk/>
            <pc:sldMk cId="3399578428" sldId="1519"/>
            <ac:spMk id="2" creationId="{DFF13C91-E510-4F7C-818F-C46FECE88830}"/>
          </ac:spMkLst>
        </pc:spChg>
        <pc:spChg chg="mod">
          <ac:chgData name="Saragiotis, Savvas" userId="8e2fd957-98be-4c52-8350-396a56528296" providerId="ADAL" clId="{B66F7508-70B4-4698-8ED9-645AE438A441}" dt="2026-06-19T08:53:55.592" v="5"/>
          <ac:spMkLst>
            <pc:docMk/>
            <pc:sldMk cId="3399578428" sldId="1519"/>
            <ac:spMk id="3" creationId="{A7A0F1FF-87FC-80DD-5AB5-4F02641B336E}"/>
          </ac:spMkLst>
        </pc:spChg>
      </pc:sldChg>
      <pc:sldChg chg="addSp delSp modSp mod modAnim">
        <pc:chgData name="Saragiotis, Savvas" userId="8e2fd957-98be-4c52-8350-396a56528296" providerId="ADAL" clId="{B66F7508-70B4-4698-8ED9-645AE438A441}" dt="2026-06-19T08:58:23.398" v="59"/>
        <pc:sldMkLst>
          <pc:docMk/>
          <pc:sldMk cId="3251693883" sldId="1520"/>
        </pc:sldMkLst>
        <pc:spChg chg="mod">
          <ac:chgData name="Saragiotis, Savvas" userId="8e2fd957-98be-4c52-8350-396a56528296" providerId="ADAL" clId="{B66F7508-70B4-4698-8ED9-645AE438A441}" dt="2026-06-19T08:54:07.505" v="13" actId="20577"/>
          <ac:spMkLst>
            <pc:docMk/>
            <pc:sldMk cId="3251693883" sldId="1520"/>
            <ac:spMk id="2" creationId="{6349145F-19F3-62BD-45B1-BCE975DDD2DB}"/>
          </ac:spMkLst>
        </pc:spChg>
        <pc:spChg chg="mod">
          <ac:chgData name="Saragiotis, Savvas" userId="8e2fd957-98be-4c52-8350-396a56528296" providerId="ADAL" clId="{B66F7508-70B4-4698-8ED9-645AE438A441}" dt="2026-06-19T08:55:54.221" v="33" actId="20577"/>
          <ac:spMkLst>
            <pc:docMk/>
            <pc:sldMk cId="3251693883" sldId="1520"/>
            <ac:spMk id="4" creationId="{86685D94-AADC-B5C4-3A9B-759B877D3BDA}"/>
          </ac:spMkLst>
        </pc:spChg>
        <pc:spChg chg="add del">
          <ac:chgData name="Saragiotis, Savvas" userId="8e2fd957-98be-4c52-8350-396a56528296" providerId="ADAL" clId="{B66F7508-70B4-4698-8ED9-645AE438A441}" dt="2026-06-19T08:56:47.494" v="43" actId="34122"/>
          <ac:spMkLst>
            <pc:docMk/>
            <pc:sldMk cId="3251693883" sldId="1520"/>
            <ac:spMk id="14" creationId="{4B979FB6-114A-484D-8E47-37BD5E4746AD}"/>
          </ac:spMkLst>
        </pc:spChg>
        <pc:grpChg chg="del mod">
          <ac:chgData name="Saragiotis, Savvas" userId="8e2fd957-98be-4c52-8350-396a56528296" providerId="ADAL" clId="{B66F7508-70B4-4698-8ED9-645AE438A441}" dt="2026-06-19T08:56:09.932" v="39"/>
          <ac:grpSpMkLst>
            <pc:docMk/>
            <pc:sldMk cId="3251693883" sldId="1520"/>
            <ac:grpSpMk id="6" creationId="{0A372404-1BFA-66D1-AC9F-6650ECE4998F}"/>
          </ac:grpSpMkLst>
        </pc:grpChg>
        <pc:grpChg chg="del mod">
          <ac:chgData name="Saragiotis, Savvas" userId="8e2fd957-98be-4c52-8350-396a56528296" providerId="ADAL" clId="{B66F7508-70B4-4698-8ED9-645AE438A441}" dt="2026-06-19T08:57:05.802" v="45" actId="478"/>
          <ac:grpSpMkLst>
            <pc:docMk/>
            <pc:sldMk cId="3251693883" sldId="1520"/>
            <ac:grpSpMk id="10" creationId="{FEDD28A6-5882-E80F-D3A0-750830D839E1}"/>
          </ac:grpSpMkLst>
        </pc:grpChg>
        <pc:grpChg chg="mod">
          <ac:chgData name="Saragiotis, Savvas" userId="8e2fd957-98be-4c52-8350-396a56528296" providerId="ADAL" clId="{B66F7508-70B4-4698-8ED9-645AE438A441}" dt="2026-06-19T08:57:17.910" v="48"/>
          <ac:grpSpMkLst>
            <pc:docMk/>
            <pc:sldMk cId="3251693883" sldId="1520"/>
            <ac:grpSpMk id="13" creationId="{B2BF1594-30B4-20D7-8060-2799D712C4D7}"/>
          </ac:grpSpMkLst>
        </pc:grpChg>
        <pc:grpChg chg="mod">
          <ac:chgData name="Saragiotis, Savvas" userId="8e2fd957-98be-4c52-8350-396a56528296" providerId="ADAL" clId="{B66F7508-70B4-4698-8ED9-645AE438A441}" dt="2026-06-19T08:57:30.415" v="52" actId="1076"/>
          <ac:grpSpMkLst>
            <pc:docMk/>
            <pc:sldMk cId="3251693883" sldId="1520"/>
            <ac:grpSpMk id="18" creationId="{56DA0990-8330-D604-C66C-F2C1F216F6C7}"/>
          </ac:grpSpMkLst>
        </pc:grpChg>
        <pc:inkChg chg="add mod">
          <ac:chgData name="Saragiotis, Savvas" userId="8e2fd957-98be-4c52-8350-396a56528296" providerId="ADAL" clId="{B66F7508-70B4-4698-8ED9-645AE438A441}" dt="2026-06-19T08:56:09.932" v="39"/>
          <ac:inkMkLst>
            <pc:docMk/>
            <pc:sldMk cId="3251693883" sldId="1520"/>
            <ac:inkMk id="3" creationId="{0925DCF7-CB97-00C9-4E66-ACED30B2797B}"/>
          </ac:inkMkLst>
        </pc:inkChg>
        <pc:inkChg chg="add del mod">
          <ac:chgData name="Saragiotis, Savvas" userId="8e2fd957-98be-4c52-8350-396a56528296" providerId="ADAL" clId="{B66F7508-70B4-4698-8ED9-645AE438A441}" dt="2026-06-19T08:56:47.494" v="43" actId="34122"/>
          <ac:inkMkLst>
            <pc:docMk/>
            <pc:sldMk cId="3251693883" sldId="1520"/>
            <ac:inkMk id="5" creationId="{C2354AE1-1964-AF66-6765-F9202AAD996A}"/>
          </ac:inkMkLst>
        </pc:inkChg>
        <pc:inkChg chg="add del mod">
          <ac:chgData name="Saragiotis, Savvas" userId="8e2fd957-98be-4c52-8350-396a56528296" providerId="ADAL" clId="{B66F7508-70B4-4698-8ED9-645AE438A441}" dt="2026-06-19T08:56:47.494" v="43" actId="34122"/>
          <ac:inkMkLst>
            <pc:docMk/>
            <pc:sldMk cId="3251693883" sldId="1520"/>
            <ac:inkMk id="7" creationId="{789260AE-8D86-38F3-157E-5260176B688B}"/>
          </ac:inkMkLst>
        </pc:inkChg>
        <pc:inkChg chg="add mod">
          <ac:chgData name="Saragiotis, Savvas" userId="8e2fd957-98be-4c52-8350-396a56528296" providerId="ADAL" clId="{B66F7508-70B4-4698-8ED9-645AE438A441}" dt="2026-06-19T08:56:09.932" v="39"/>
          <ac:inkMkLst>
            <pc:docMk/>
            <pc:sldMk cId="3251693883" sldId="1520"/>
            <ac:inkMk id="9" creationId="{9EB97F59-1C41-32AE-ADEA-DC8FA4A59FAB}"/>
          </ac:inkMkLst>
        </pc:inkChg>
        <pc:inkChg chg="add mod">
          <ac:chgData name="Saragiotis, Savvas" userId="8e2fd957-98be-4c52-8350-396a56528296" providerId="ADAL" clId="{B66F7508-70B4-4698-8ED9-645AE438A441}" dt="2026-06-19T08:57:17.910" v="48"/>
          <ac:inkMkLst>
            <pc:docMk/>
            <pc:sldMk cId="3251693883" sldId="1520"/>
            <ac:inkMk id="11" creationId="{8D8A1918-8099-A0A2-C743-ABF9E7C27323}"/>
          </ac:inkMkLst>
        </pc:inkChg>
        <pc:inkChg chg="add mod">
          <ac:chgData name="Saragiotis, Savvas" userId="8e2fd957-98be-4c52-8350-396a56528296" providerId="ADAL" clId="{B66F7508-70B4-4698-8ED9-645AE438A441}" dt="2026-06-19T08:57:17.910" v="48"/>
          <ac:inkMkLst>
            <pc:docMk/>
            <pc:sldMk cId="3251693883" sldId="1520"/>
            <ac:inkMk id="12" creationId="{3642F718-4983-B118-71D7-C1B179A68792}"/>
          </ac:inkMkLst>
        </pc:inkChg>
        <pc:inkChg chg="add mod">
          <ac:chgData name="Saragiotis, Savvas" userId="8e2fd957-98be-4c52-8350-396a56528296" providerId="ADAL" clId="{B66F7508-70B4-4698-8ED9-645AE438A441}" dt="2026-06-19T08:57:23.755" v="51"/>
          <ac:inkMkLst>
            <pc:docMk/>
            <pc:sldMk cId="3251693883" sldId="1520"/>
            <ac:inkMk id="15" creationId="{DA892AAA-EC59-73BF-F5A0-8F0A6766B00E}"/>
          </ac:inkMkLst>
        </pc:inkChg>
        <pc:inkChg chg="add del">
          <ac:chgData name="Saragiotis, Savvas" userId="8e2fd957-98be-4c52-8350-396a56528296" providerId="ADAL" clId="{B66F7508-70B4-4698-8ED9-645AE438A441}" dt="2026-06-19T08:56:47.214" v="42" actId="34122"/>
          <ac:inkMkLst>
            <pc:docMk/>
            <pc:sldMk cId="3251693883" sldId="1520"/>
            <ac:inkMk id="16" creationId="{02183DAD-A336-48C6-BCC9-E472A08065E6}"/>
          </ac:inkMkLst>
        </pc:inkChg>
        <pc:inkChg chg="add mod">
          <ac:chgData name="Saragiotis, Savvas" userId="8e2fd957-98be-4c52-8350-396a56528296" providerId="ADAL" clId="{B66F7508-70B4-4698-8ED9-645AE438A441}" dt="2026-06-19T08:57:23.755" v="51"/>
          <ac:inkMkLst>
            <pc:docMk/>
            <pc:sldMk cId="3251693883" sldId="1520"/>
            <ac:inkMk id="17" creationId="{66090B6C-9512-B8AF-2D41-286842EBFF88}"/>
          </ac:inkMkLst>
        </pc:inkChg>
        <pc:cxnChg chg="add del mod">
          <ac:chgData name="Saragiotis, Savvas" userId="8e2fd957-98be-4c52-8350-396a56528296" providerId="ADAL" clId="{B66F7508-70B4-4698-8ED9-645AE438A441}" dt="2026-06-19T08:56:47.494" v="43" actId="34122"/>
          <ac:cxnSpMkLst>
            <pc:docMk/>
            <pc:sldMk cId="3251693883" sldId="1520"/>
            <ac:cxnSpMk id="20" creationId="{5A8971AC-9910-4432-BB8D-6FBAE28E98EF}"/>
          </ac:cxnSpMkLst>
        </pc:cxnChg>
      </pc:sldChg>
      <pc:sldChg chg="modSp add del mod">
        <pc:chgData name="Saragiotis, Savvas" userId="8e2fd957-98be-4c52-8350-396a56528296" providerId="ADAL" clId="{B66F7508-70B4-4698-8ED9-645AE438A441}" dt="2026-06-19T09:34:48" v="193" actId="47"/>
        <pc:sldMkLst>
          <pc:docMk/>
          <pc:sldMk cId="2190041233" sldId="1521"/>
        </pc:sldMkLst>
        <pc:spChg chg="mod">
          <ac:chgData name="Saragiotis, Savvas" userId="8e2fd957-98be-4c52-8350-396a56528296" providerId="ADAL" clId="{B66F7508-70B4-4698-8ED9-645AE438A441}" dt="2026-06-19T09:28:55.216" v="180" actId="27636"/>
          <ac:spMkLst>
            <pc:docMk/>
            <pc:sldMk cId="2190041233" sldId="1521"/>
            <ac:spMk id="3" creationId="{D8A71E1C-DF0A-20C9-500E-E854AE5D8A9C}"/>
          </ac:spMkLst>
        </pc:spChg>
        <pc:spChg chg="mod">
          <ac:chgData name="Saragiotis, Savvas" userId="8e2fd957-98be-4c52-8350-396a56528296" providerId="ADAL" clId="{B66F7508-70B4-4698-8ED9-645AE438A441}" dt="2026-06-19T09:28:40.971" v="178" actId="20577"/>
          <ac:spMkLst>
            <pc:docMk/>
            <pc:sldMk cId="2190041233" sldId="1521"/>
            <ac:spMk id="5" creationId="{527FCD81-6E05-0E1D-6F27-A02F7126A353}"/>
          </ac:spMkLst>
        </pc:spChg>
      </pc:sldChg>
      <pc:sldChg chg="modSp new del mod">
        <pc:chgData name="Saragiotis, Savvas" userId="8e2fd957-98be-4c52-8350-396a56528296" providerId="ADAL" clId="{B66F7508-70B4-4698-8ED9-645AE438A441}" dt="2026-06-19T09:13:41.399" v="141" actId="47"/>
        <pc:sldMkLst>
          <pc:docMk/>
          <pc:sldMk cId="3037180588" sldId="1530"/>
        </pc:sldMkLst>
        <pc:spChg chg="mod">
          <ac:chgData name="Saragiotis, Savvas" userId="8e2fd957-98be-4c52-8350-396a56528296" providerId="ADAL" clId="{B66F7508-70B4-4698-8ED9-645AE438A441}" dt="2026-06-19T09:04:53.951" v="72" actId="27636"/>
          <ac:spMkLst>
            <pc:docMk/>
            <pc:sldMk cId="3037180588" sldId="1530"/>
            <ac:spMk id="2" creationId="{1C76656D-BAC1-856D-0DE6-82D1F5722AB0}"/>
          </ac:spMkLst>
        </pc:spChg>
      </pc:sldChg>
      <pc:sldChg chg="addSp delSp modSp new mod">
        <pc:chgData name="Saragiotis, Savvas" userId="8e2fd957-98be-4c52-8350-396a56528296" providerId="ADAL" clId="{B66F7508-70B4-4698-8ED9-645AE438A441}" dt="2026-06-19T09:13:21.560" v="140" actId="1076"/>
        <pc:sldMkLst>
          <pc:docMk/>
          <pc:sldMk cId="4126523218" sldId="1531"/>
        </pc:sldMkLst>
        <pc:spChg chg="mod">
          <ac:chgData name="Saragiotis, Savvas" userId="8e2fd957-98be-4c52-8350-396a56528296" providerId="ADAL" clId="{B66F7508-70B4-4698-8ED9-645AE438A441}" dt="2026-06-19T09:09:32.090" v="86" actId="20577"/>
          <ac:spMkLst>
            <pc:docMk/>
            <pc:sldMk cId="4126523218" sldId="1531"/>
            <ac:spMk id="2" creationId="{22C3E236-CD85-B31A-47DD-9CACA5D25EB5}"/>
          </ac:spMkLst>
        </pc:spChg>
        <pc:spChg chg="del mod">
          <ac:chgData name="Saragiotis, Savvas" userId="8e2fd957-98be-4c52-8350-396a56528296" providerId="ADAL" clId="{B66F7508-70B4-4698-8ED9-645AE438A441}" dt="2026-06-19T09:10:19.808" v="90" actId="478"/>
          <ac:spMkLst>
            <pc:docMk/>
            <pc:sldMk cId="4126523218" sldId="1531"/>
            <ac:spMk id="3" creationId="{7A4D7B96-4A9C-5DB7-5DD6-EBCC968CF5A7}"/>
          </ac:spMkLst>
        </pc:spChg>
        <pc:spChg chg="add del mod">
          <ac:chgData name="Saragiotis, Savvas" userId="8e2fd957-98be-4c52-8350-396a56528296" providerId="ADAL" clId="{B66F7508-70B4-4698-8ED9-645AE438A441}" dt="2026-06-19T09:13:07.332" v="135" actId="478"/>
          <ac:spMkLst>
            <pc:docMk/>
            <pc:sldMk cId="4126523218" sldId="1531"/>
            <ac:spMk id="6" creationId="{1AEE31F9-917D-E1C4-F6E2-8BB88EF0BA98}"/>
          </ac:spMkLst>
        </pc:spChg>
        <pc:picChg chg="add del mod">
          <ac:chgData name="Saragiotis, Savvas" userId="8e2fd957-98be-4c52-8350-396a56528296" providerId="ADAL" clId="{B66F7508-70B4-4698-8ED9-645AE438A441}" dt="2026-06-19T09:13:07.332" v="135" actId="478"/>
          <ac:picMkLst>
            <pc:docMk/>
            <pc:sldMk cId="4126523218" sldId="1531"/>
            <ac:picMk id="5" creationId="{315C6686-4CA6-A408-C248-96F49C9D959A}"/>
          </ac:picMkLst>
        </pc:picChg>
        <pc:picChg chg="add mod">
          <ac:chgData name="Saragiotis, Savvas" userId="8e2fd957-98be-4c52-8350-396a56528296" providerId="ADAL" clId="{B66F7508-70B4-4698-8ED9-645AE438A441}" dt="2026-06-19T09:13:21.560" v="140" actId="1076"/>
          <ac:picMkLst>
            <pc:docMk/>
            <pc:sldMk cId="4126523218" sldId="1531"/>
            <ac:picMk id="8" creationId="{CC34FC52-4114-965F-E12A-9313AECD8449}"/>
          </ac:picMkLst>
        </pc:picChg>
      </pc:sldChg>
      <pc:sldChg chg="addSp delSp modSp new mod">
        <pc:chgData name="Saragiotis, Savvas" userId="8e2fd957-98be-4c52-8350-396a56528296" providerId="ADAL" clId="{B66F7508-70B4-4698-8ED9-645AE438A441}" dt="2026-06-19T09:35:02.896" v="195" actId="12"/>
        <pc:sldMkLst>
          <pc:docMk/>
          <pc:sldMk cId="4026216602" sldId="1532"/>
        </pc:sldMkLst>
        <pc:spChg chg="mod">
          <ac:chgData name="Saragiotis, Savvas" userId="8e2fd957-98be-4c52-8350-396a56528296" providerId="ADAL" clId="{B66F7508-70B4-4698-8ED9-645AE438A441}" dt="2026-06-19T09:15:03.948" v="144" actId="20577"/>
          <ac:spMkLst>
            <pc:docMk/>
            <pc:sldMk cId="4026216602" sldId="1532"/>
            <ac:spMk id="2" creationId="{BC94C119-8059-5B13-95DC-17CBFA7D12F0}"/>
          </ac:spMkLst>
        </pc:spChg>
        <pc:spChg chg="mod">
          <ac:chgData name="Saragiotis, Savvas" userId="8e2fd957-98be-4c52-8350-396a56528296" providerId="ADAL" clId="{B66F7508-70B4-4698-8ED9-645AE438A441}" dt="2026-06-19T09:35:02.896" v="195" actId="12"/>
          <ac:spMkLst>
            <pc:docMk/>
            <pc:sldMk cId="4026216602" sldId="1532"/>
            <ac:spMk id="3" creationId="{FB613C65-ADC5-573C-B90F-B31F21CD77A4}"/>
          </ac:spMkLst>
        </pc:spChg>
        <pc:spChg chg="del mod">
          <ac:chgData name="Saragiotis, Savvas" userId="8e2fd957-98be-4c52-8350-396a56528296" providerId="ADAL" clId="{B66F7508-70B4-4698-8ED9-645AE438A441}" dt="2026-06-19T09:18:46.259" v="167" actId="478"/>
          <ac:spMkLst>
            <pc:docMk/>
            <pc:sldMk cId="4026216602" sldId="1532"/>
            <ac:spMk id="4" creationId="{147BDF9D-6517-3F92-5513-ED841BD3E4B2}"/>
          </ac:spMkLst>
        </pc:spChg>
        <pc:spChg chg="add del mod">
          <ac:chgData name="Saragiotis, Savvas" userId="8e2fd957-98be-4c52-8350-396a56528296" providerId="ADAL" clId="{B66F7508-70B4-4698-8ED9-645AE438A441}" dt="2026-06-19T09:18:56.127" v="171" actId="478"/>
          <ac:spMkLst>
            <pc:docMk/>
            <pc:sldMk cId="4026216602" sldId="1532"/>
            <ac:spMk id="6" creationId="{3627A86F-769D-5F3B-AD8A-0765A9B7FD1B}"/>
          </ac:spMkLst>
        </pc:spChg>
        <pc:picChg chg="add mod">
          <ac:chgData name="Saragiotis, Savvas" userId="8e2fd957-98be-4c52-8350-396a56528296" providerId="ADAL" clId="{B66F7508-70B4-4698-8ED9-645AE438A441}" dt="2026-06-19T09:18:53.394" v="170" actId="1076"/>
          <ac:picMkLst>
            <pc:docMk/>
            <pc:sldMk cId="4026216602" sldId="1532"/>
            <ac:picMk id="8" creationId="{2FDAD67C-2284-7B51-9AFE-CE359634DC40}"/>
          </ac:picMkLst>
        </pc:picChg>
      </pc:sldChg>
      <pc:sldChg chg="addSp delSp modSp new mod modAnim">
        <pc:chgData name="Saragiotis, Savvas" userId="8e2fd957-98be-4c52-8350-396a56528296" providerId="ADAL" clId="{B66F7508-70B4-4698-8ED9-645AE438A441}" dt="2026-06-19T09:54:40.440" v="344" actId="1076"/>
        <pc:sldMkLst>
          <pc:docMk/>
          <pc:sldMk cId="1115690495" sldId="1533"/>
        </pc:sldMkLst>
        <pc:spChg chg="mod">
          <ac:chgData name="Saragiotis, Savvas" userId="8e2fd957-98be-4c52-8350-396a56528296" providerId="ADAL" clId="{B66F7508-70B4-4698-8ED9-645AE438A441}" dt="2026-06-19T09:51:04.670" v="321" actId="21"/>
          <ac:spMkLst>
            <pc:docMk/>
            <pc:sldMk cId="1115690495" sldId="1533"/>
            <ac:spMk id="2" creationId="{6C1F0A63-CDBF-BA33-493C-CDA31DCA2EC9}"/>
          </ac:spMkLst>
        </pc:spChg>
        <pc:spChg chg="mod">
          <ac:chgData name="Saragiotis, Savvas" userId="8e2fd957-98be-4c52-8350-396a56528296" providerId="ADAL" clId="{B66F7508-70B4-4698-8ED9-645AE438A441}" dt="2026-06-19T09:46:21" v="301" actId="1076"/>
          <ac:spMkLst>
            <pc:docMk/>
            <pc:sldMk cId="1115690495" sldId="1533"/>
            <ac:spMk id="3" creationId="{53ACBE48-F36C-9F53-9701-C2937965E4DB}"/>
          </ac:spMkLst>
        </pc:spChg>
        <pc:spChg chg="add mod">
          <ac:chgData name="Saragiotis, Savvas" userId="8e2fd957-98be-4c52-8350-396a56528296" providerId="ADAL" clId="{B66F7508-70B4-4698-8ED9-645AE438A441}" dt="2026-06-19T09:42:30.624" v="248" actId="1076"/>
          <ac:spMkLst>
            <pc:docMk/>
            <pc:sldMk cId="1115690495" sldId="1533"/>
            <ac:spMk id="16" creationId="{41B1AB17-FF70-0733-EA11-BB310B3764FD}"/>
          </ac:spMkLst>
        </pc:spChg>
        <pc:spChg chg="add mod">
          <ac:chgData name="Saragiotis, Savvas" userId="8e2fd957-98be-4c52-8350-396a56528296" providerId="ADAL" clId="{B66F7508-70B4-4698-8ED9-645AE438A441}" dt="2026-06-19T09:46:09.620" v="297" actId="14100"/>
          <ac:spMkLst>
            <pc:docMk/>
            <pc:sldMk cId="1115690495" sldId="1533"/>
            <ac:spMk id="17" creationId="{CCA4B153-B895-CF9A-651A-83B4E57D2274}"/>
          </ac:spMkLst>
        </pc:spChg>
        <pc:spChg chg="add mod">
          <ac:chgData name="Saragiotis, Savvas" userId="8e2fd957-98be-4c52-8350-396a56528296" providerId="ADAL" clId="{B66F7508-70B4-4698-8ED9-645AE438A441}" dt="2026-06-19T09:46:30.274" v="303" actId="14100"/>
          <ac:spMkLst>
            <pc:docMk/>
            <pc:sldMk cId="1115690495" sldId="1533"/>
            <ac:spMk id="18" creationId="{EAC8195E-054F-305F-C2EF-000A3E0DBDA1}"/>
          </ac:spMkLst>
        </pc:spChg>
        <pc:spChg chg="add mod">
          <ac:chgData name="Saragiotis, Savvas" userId="8e2fd957-98be-4c52-8350-396a56528296" providerId="ADAL" clId="{B66F7508-70B4-4698-8ED9-645AE438A441}" dt="2026-06-19T09:46:17.381" v="299" actId="404"/>
          <ac:spMkLst>
            <pc:docMk/>
            <pc:sldMk cId="1115690495" sldId="1533"/>
            <ac:spMk id="19" creationId="{4C3B5961-2357-9E24-22E7-DC09290221DD}"/>
          </ac:spMkLst>
        </pc:spChg>
        <pc:spChg chg="add del">
          <ac:chgData name="Saragiotis, Savvas" userId="8e2fd957-98be-4c52-8350-396a56528296" providerId="ADAL" clId="{B66F7508-70B4-4698-8ED9-645AE438A441}" dt="2026-06-19T09:49:14.998" v="309" actId="22"/>
          <ac:spMkLst>
            <pc:docMk/>
            <pc:sldMk cId="1115690495" sldId="1533"/>
            <ac:spMk id="21" creationId="{6762997D-AEE3-2652-068F-5EEB57D1B148}"/>
          </ac:spMkLst>
        </pc:spChg>
        <pc:spChg chg="add mod">
          <ac:chgData name="Saragiotis, Savvas" userId="8e2fd957-98be-4c52-8350-396a56528296" providerId="ADAL" clId="{B66F7508-70B4-4698-8ED9-645AE438A441}" dt="2026-06-19T09:51:29.203" v="325" actId="1076"/>
          <ac:spMkLst>
            <pc:docMk/>
            <pc:sldMk cId="1115690495" sldId="1533"/>
            <ac:spMk id="24" creationId="{61AEA2DD-6191-6BF1-B903-813FC7EF8FCE}"/>
          </ac:spMkLst>
        </pc:spChg>
        <pc:spChg chg="add mod">
          <ac:chgData name="Saragiotis, Savvas" userId="8e2fd957-98be-4c52-8350-396a56528296" providerId="ADAL" clId="{B66F7508-70B4-4698-8ED9-645AE438A441}" dt="2026-06-19T09:53:20.611" v="334" actId="108"/>
          <ac:spMkLst>
            <pc:docMk/>
            <pc:sldMk cId="1115690495" sldId="1533"/>
            <ac:spMk id="26" creationId="{CCFC61C9-5AF7-CDA3-A815-2E0DB2E352CD}"/>
          </ac:spMkLst>
        </pc:spChg>
        <pc:grpChg chg="mod">
          <ac:chgData name="Saragiotis, Savvas" userId="8e2fd957-98be-4c52-8350-396a56528296" providerId="ADAL" clId="{B66F7508-70B4-4698-8ED9-645AE438A441}" dt="2026-06-19T09:41:26.049" v="225"/>
          <ac:grpSpMkLst>
            <pc:docMk/>
            <pc:sldMk cId="1115690495" sldId="1533"/>
            <ac:grpSpMk id="6" creationId="{D737F3F0-2599-543D-5FA9-4E72F49B0F98}"/>
          </ac:grpSpMkLst>
        </pc:grpChg>
        <pc:grpChg chg="mod">
          <ac:chgData name="Saragiotis, Savvas" userId="8e2fd957-98be-4c52-8350-396a56528296" providerId="ADAL" clId="{B66F7508-70B4-4698-8ED9-645AE438A441}" dt="2026-06-19T09:41:45.858" v="236"/>
          <ac:grpSpMkLst>
            <pc:docMk/>
            <pc:sldMk cId="1115690495" sldId="1533"/>
            <ac:grpSpMk id="12" creationId="{C64019F3-AFBC-1285-2027-15DCFB732BC2}"/>
          </ac:grpSpMkLst>
        </pc:grpChg>
        <pc:grpChg chg="mod">
          <ac:chgData name="Saragiotis, Savvas" userId="8e2fd957-98be-4c52-8350-396a56528296" providerId="ADAL" clId="{B66F7508-70B4-4698-8ED9-645AE438A441}" dt="2026-06-19T09:41:50.758" v="240"/>
          <ac:grpSpMkLst>
            <pc:docMk/>
            <pc:sldMk cId="1115690495" sldId="1533"/>
            <ac:grpSpMk id="15" creationId="{75ECF598-9528-7FA4-BA90-8D81374480BF}"/>
          </ac:grpSpMkLst>
        </pc:grpChg>
        <pc:picChg chg="add mod modCrop">
          <ac:chgData name="Saragiotis, Savvas" userId="8e2fd957-98be-4c52-8350-396a56528296" providerId="ADAL" clId="{B66F7508-70B4-4698-8ED9-645AE438A441}" dt="2026-06-19T09:50:23.597" v="320" actId="1076"/>
          <ac:picMkLst>
            <pc:docMk/>
            <pc:sldMk cId="1115690495" sldId="1533"/>
            <ac:picMk id="23" creationId="{F786CA63-E2CA-EBCB-F871-C1DC9EE186CC}"/>
          </ac:picMkLst>
        </pc:picChg>
        <pc:picChg chg="add mod">
          <ac:chgData name="Saragiotis, Savvas" userId="8e2fd957-98be-4c52-8350-396a56528296" providerId="ADAL" clId="{B66F7508-70B4-4698-8ED9-645AE438A441}" dt="2026-06-19T09:54:40.440" v="344" actId="1076"/>
          <ac:picMkLst>
            <pc:docMk/>
            <pc:sldMk cId="1115690495" sldId="1533"/>
            <ac:picMk id="28" creationId="{8C004366-E2D2-CC8E-05F8-DB29E698A09E}"/>
          </ac:picMkLst>
        </pc:picChg>
        <pc:inkChg chg="add del mod">
          <ac:chgData name="Saragiotis, Savvas" userId="8e2fd957-98be-4c52-8350-396a56528296" providerId="ADAL" clId="{B66F7508-70B4-4698-8ED9-645AE438A441}" dt="2026-06-19T09:41:30.417" v="228" actId="9405"/>
          <ac:inkMkLst>
            <pc:docMk/>
            <pc:sldMk cId="1115690495" sldId="1533"/>
            <ac:inkMk id="4" creationId="{7922C0D1-733F-F624-95F0-9DFF394332DD}"/>
          </ac:inkMkLst>
        </pc:inkChg>
        <pc:inkChg chg="add del mod">
          <ac:chgData name="Saragiotis, Savvas" userId="8e2fd957-98be-4c52-8350-396a56528296" providerId="ADAL" clId="{B66F7508-70B4-4698-8ED9-645AE438A441}" dt="2026-06-19T09:41:26.049" v="225"/>
          <ac:inkMkLst>
            <pc:docMk/>
            <pc:sldMk cId="1115690495" sldId="1533"/>
            <ac:inkMk id="5" creationId="{0F83A5DA-4653-6E3E-1EB0-377593F8C954}"/>
          </ac:inkMkLst>
        </pc:inkChg>
        <pc:inkChg chg="add del">
          <ac:chgData name="Saragiotis, Savvas" userId="8e2fd957-98be-4c52-8350-396a56528296" providerId="ADAL" clId="{B66F7508-70B4-4698-8ED9-645AE438A441}" dt="2026-06-19T09:41:30.154" v="227" actId="9405"/>
          <ac:inkMkLst>
            <pc:docMk/>
            <pc:sldMk cId="1115690495" sldId="1533"/>
            <ac:inkMk id="7" creationId="{BFFE696F-E241-DFD5-A2C4-B4D77F4C5F30}"/>
          </ac:inkMkLst>
        </pc:inkChg>
        <pc:inkChg chg="add">
          <ac:chgData name="Saragiotis, Savvas" userId="8e2fd957-98be-4c52-8350-396a56528296" providerId="ADAL" clId="{B66F7508-70B4-4698-8ED9-645AE438A441}" dt="2026-06-19T09:41:34.897" v="229" actId="9405"/>
          <ac:inkMkLst>
            <pc:docMk/>
            <pc:sldMk cId="1115690495" sldId="1533"/>
            <ac:inkMk id="8" creationId="{9CC7E329-D425-7F19-F8C4-9500137F4345}"/>
          </ac:inkMkLst>
        </pc:inkChg>
        <pc:inkChg chg="add del">
          <ac:chgData name="Saragiotis, Savvas" userId="8e2fd957-98be-4c52-8350-396a56528296" providerId="ADAL" clId="{B66F7508-70B4-4698-8ED9-645AE438A441}" dt="2026-06-19T09:41:38.506" v="231" actId="9405"/>
          <ac:inkMkLst>
            <pc:docMk/>
            <pc:sldMk cId="1115690495" sldId="1533"/>
            <ac:inkMk id="9" creationId="{2FCF4A83-FFF3-768C-6FC0-D2B12699E41E}"/>
          </ac:inkMkLst>
        </pc:inkChg>
        <pc:inkChg chg="add del mod">
          <ac:chgData name="Saragiotis, Savvas" userId="8e2fd957-98be-4c52-8350-396a56528296" providerId="ADAL" clId="{B66F7508-70B4-4698-8ED9-645AE438A441}" dt="2026-06-19T09:41:46.431" v="237" actId="9405"/>
          <ac:inkMkLst>
            <pc:docMk/>
            <pc:sldMk cId="1115690495" sldId="1533"/>
            <ac:inkMk id="10" creationId="{787D7D22-3ECC-CAAA-9FAF-22A6D7DBD97D}"/>
          </ac:inkMkLst>
        </pc:inkChg>
        <pc:inkChg chg="add del mod">
          <ac:chgData name="Saragiotis, Savvas" userId="8e2fd957-98be-4c52-8350-396a56528296" providerId="ADAL" clId="{B66F7508-70B4-4698-8ED9-645AE438A441}" dt="2026-06-19T09:41:45.858" v="236"/>
          <ac:inkMkLst>
            <pc:docMk/>
            <pc:sldMk cId="1115690495" sldId="1533"/>
            <ac:inkMk id="11" creationId="{735D6361-DEE5-EA45-896B-62F9D0FECB70}"/>
          </ac:inkMkLst>
        </pc:inkChg>
        <pc:inkChg chg="add mod">
          <ac:chgData name="Saragiotis, Savvas" userId="8e2fd957-98be-4c52-8350-396a56528296" providerId="ADAL" clId="{B66F7508-70B4-4698-8ED9-645AE438A441}" dt="2026-06-19T09:41:50.758" v="240"/>
          <ac:inkMkLst>
            <pc:docMk/>
            <pc:sldMk cId="1115690495" sldId="1533"/>
            <ac:inkMk id="13" creationId="{DF756F63-5E5D-7549-DDD4-B0CC99727F30}"/>
          </ac:inkMkLst>
        </pc:inkChg>
        <pc:inkChg chg="add mod">
          <ac:chgData name="Saragiotis, Savvas" userId="8e2fd957-98be-4c52-8350-396a56528296" providerId="ADAL" clId="{B66F7508-70B4-4698-8ED9-645AE438A441}" dt="2026-06-19T09:41:50.758" v="240"/>
          <ac:inkMkLst>
            <pc:docMk/>
            <pc:sldMk cId="1115690495" sldId="1533"/>
            <ac:inkMk id="14" creationId="{9999724B-63E5-500E-B699-0CC933CD0018}"/>
          </ac:inkMkLst>
        </pc:inkChg>
      </pc:sldChg>
      <pc:sldChg chg="modSp add del mod modTransition">
        <pc:chgData name="Saragiotis, Savvas" userId="8e2fd957-98be-4c52-8350-396a56528296" providerId="ADAL" clId="{B66F7508-70B4-4698-8ED9-645AE438A441}" dt="2026-06-19T09:41:01.087" v="219" actId="47"/>
        <pc:sldMkLst>
          <pc:docMk/>
          <pc:sldMk cId="79434183" sldId="1534"/>
        </pc:sldMkLst>
        <pc:spChg chg="mod">
          <ac:chgData name="Saragiotis, Savvas" userId="8e2fd957-98be-4c52-8350-396a56528296" providerId="ADAL" clId="{B66F7508-70B4-4698-8ED9-645AE438A441}" dt="2026-06-19T09:40:18.698" v="215"/>
          <ac:spMkLst>
            <pc:docMk/>
            <pc:sldMk cId="79434183" sldId="1534"/>
            <ac:spMk id="2" creationId="{A842649C-E3A2-ABE4-D1EB-0C12F2CFB680}"/>
          </ac:spMkLst>
        </pc:spChg>
        <pc:spChg chg="mod">
          <ac:chgData name="Saragiotis, Savvas" userId="8e2fd957-98be-4c52-8350-396a56528296" providerId="ADAL" clId="{B66F7508-70B4-4698-8ED9-645AE438A441}" dt="2026-06-19T09:40:25.937" v="216" actId="20577"/>
          <ac:spMkLst>
            <pc:docMk/>
            <pc:sldMk cId="79434183" sldId="1534"/>
            <ac:spMk id="3" creationId="{326E1A06-BF7B-0E18-D762-0E7D34E010FD}"/>
          </ac:spMkLst>
        </pc:spChg>
      </pc:sldChg>
      <pc:sldChg chg="addSp modSp add mod modTransition modAnim">
        <pc:chgData name="Saragiotis, Savvas" userId="8e2fd957-98be-4c52-8350-396a56528296" providerId="ADAL" clId="{B66F7508-70B4-4698-8ED9-645AE438A441}" dt="2026-06-19T10:05:10.928" v="589" actId="1037"/>
        <pc:sldMkLst>
          <pc:docMk/>
          <pc:sldMk cId="1691979019" sldId="1534"/>
        </pc:sldMkLst>
        <pc:spChg chg="mod">
          <ac:chgData name="Saragiotis, Savvas" userId="8e2fd957-98be-4c52-8350-396a56528296" providerId="ADAL" clId="{B66F7508-70B4-4698-8ED9-645AE438A441}" dt="2026-06-19T09:52:47.730" v="329" actId="1076"/>
          <ac:spMkLst>
            <pc:docMk/>
            <pc:sldMk cId="1691979019" sldId="1534"/>
            <ac:spMk id="3" creationId="{2F8F7094-2E62-FC95-A4A8-9AB37516CA62}"/>
          </ac:spMkLst>
        </pc:spChg>
        <pc:spChg chg="add mod">
          <ac:chgData name="Saragiotis, Savvas" userId="8e2fd957-98be-4c52-8350-396a56528296" providerId="ADAL" clId="{B66F7508-70B4-4698-8ED9-645AE438A441}" dt="2026-06-19T09:53:41.341" v="336" actId="1076"/>
          <ac:spMkLst>
            <pc:docMk/>
            <pc:sldMk cId="1691979019" sldId="1534"/>
            <ac:spMk id="5" creationId="{D580F6AB-C74F-5D3D-A6CC-F9681756A29A}"/>
          </ac:spMkLst>
        </pc:spChg>
        <pc:spChg chg="mod">
          <ac:chgData name="Saragiotis, Savvas" userId="8e2fd957-98be-4c52-8350-396a56528296" providerId="ADAL" clId="{B66F7508-70B4-4698-8ED9-645AE438A441}" dt="2026-06-19T09:52:47.730" v="329" actId="1076"/>
          <ac:spMkLst>
            <pc:docMk/>
            <pc:sldMk cId="1691979019" sldId="1534"/>
            <ac:spMk id="16" creationId="{BE5B937E-8F33-76D9-2781-F4A20C697BA5}"/>
          </ac:spMkLst>
        </pc:spChg>
        <pc:spChg chg="mod">
          <ac:chgData name="Saragiotis, Savvas" userId="8e2fd957-98be-4c52-8350-396a56528296" providerId="ADAL" clId="{B66F7508-70B4-4698-8ED9-645AE438A441}" dt="2026-06-19T09:52:47.730" v="329" actId="1076"/>
          <ac:spMkLst>
            <pc:docMk/>
            <pc:sldMk cId="1691979019" sldId="1534"/>
            <ac:spMk id="17" creationId="{133A4292-56A4-0446-2B57-9AFCA45F219A}"/>
          </ac:spMkLst>
        </pc:spChg>
        <pc:spChg chg="mod">
          <ac:chgData name="Saragiotis, Savvas" userId="8e2fd957-98be-4c52-8350-396a56528296" providerId="ADAL" clId="{B66F7508-70B4-4698-8ED9-645AE438A441}" dt="2026-06-19T09:52:47.730" v="329" actId="1076"/>
          <ac:spMkLst>
            <pc:docMk/>
            <pc:sldMk cId="1691979019" sldId="1534"/>
            <ac:spMk id="18" creationId="{F240ED07-4F27-E056-A8DC-6170B7302CA8}"/>
          </ac:spMkLst>
        </pc:spChg>
        <pc:spChg chg="mod">
          <ac:chgData name="Saragiotis, Savvas" userId="8e2fd957-98be-4c52-8350-396a56528296" providerId="ADAL" clId="{B66F7508-70B4-4698-8ED9-645AE438A441}" dt="2026-06-19T09:52:47.730" v="329" actId="1076"/>
          <ac:spMkLst>
            <pc:docMk/>
            <pc:sldMk cId="1691979019" sldId="1534"/>
            <ac:spMk id="19" creationId="{783D8A58-A8D6-2D1E-8E67-EAEB9A953392}"/>
          </ac:spMkLst>
        </pc:spChg>
        <pc:spChg chg="mod">
          <ac:chgData name="Saragiotis, Savvas" userId="8e2fd957-98be-4c52-8350-396a56528296" providerId="ADAL" clId="{B66F7508-70B4-4698-8ED9-645AE438A441}" dt="2026-06-19T09:52:47.730" v="329" actId="1076"/>
          <ac:spMkLst>
            <pc:docMk/>
            <pc:sldMk cId="1691979019" sldId="1534"/>
            <ac:spMk id="24" creationId="{71E3C341-6646-31CF-D03B-32AF9328158A}"/>
          </ac:spMkLst>
        </pc:spChg>
        <pc:grpChg chg="mod">
          <ac:chgData name="Saragiotis, Savvas" userId="8e2fd957-98be-4c52-8350-396a56528296" providerId="ADAL" clId="{B66F7508-70B4-4698-8ED9-645AE438A441}" dt="2026-06-19T09:52:47.730" v="329" actId="1076"/>
          <ac:grpSpMkLst>
            <pc:docMk/>
            <pc:sldMk cId="1691979019" sldId="1534"/>
            <ac:grpSpMk id="15" creationId="{C1F18208-215D-AC6E-0051-D296F2C3624D}"/>
          </ac:grpSpMkLst>
        </pc:grpChg>
        <pc:picChg chg="add mod">
          <ac:chgData name="Saragiotis, Savvas" userId="8e2fd957-98be-4c52-8350-396a56528296" providerId="ADAL" clId="{B66F7508-70B4-4698-8ED9-645AE438A441}" dt="2026-06-19T09:54:19.791" v="340" actId="1076"/>
          <ac:picMkLst>
            <pc:docMk/>
            <pc:sldMk cId="1691979019" sldId="1534"/>
            <ac:picMk id="7" creationId="{CD27F2B4-1DE4-C716-85CE-5C9856492BFD}"/>
          </ac:picMkLst>
        </pc:picChg>
        <pc:picChg chg="add mod">
          <ac:chgData name="Saragiotis, Savvas" userId="8e2fd957-98be-4c52-8350-396a56528296" providerId="ADAL" clId="{B66F7508-70B4-4698-8ED9-645AE438A441}" dt="2026-06-19T10:05:10.928" v="589" actId="1037"/>
          <ac:picMkLst>
            <pc:docMk/>
            <pc:sldMk cId="1691979019" sldId="1534"/>
            <ac:picMk id="10" creationId="{C7A32332-740D-B3C3-A50F-68CBF59C7652}"/>
          </ac:picMkLst>
        </pc:picChg>
        <pc:picChg chg="add mod">
          <ac:chgData name="Saragiotis, Savvas" userId="8e2fd957-98be-4c52-8350-396a56528296" providerId="ADAL" clId="{B66F7508-70B4-4698-8ED9-645AE438A441}" dt="2026-06-19T10:05:10.928" v="589" actId="1037"/>
          <ac:picMkLst>
            <pc:docMk/>
            <pc:sldMk cId="1691979019" sldId="1534"/>
            <ac:picMk id="12" creationId="{7CB77D2F-59CE-9972-A7C9-C4038FB2095E}"/>
          </ac:picMkLst>
        </pc:picChg>
        <pc:picChg chg="mod">
          <ac:chgData name="Saragiotis, Savvas" userId="8e2fd957-98be-4c52-8350-396a56528296" providerId="ADAL" clId="{B66F7508-70B4-4698-8ED9-645AE438A441}" dt="2026-06-19T09:52:50.993" v="330" actId="1076"/>
          <ac:picMkLst>
            <pc:docMk/>
            <pc:sldMk cId="1691979019" sldId="1534"/>
            <ac:picMk id="23" creationId="{D83FD470-F8C6-9F00-B7E8-CE383DE3C290}"/>
          </ac:picMkLst>
        </pc:picChg>
        <pc:inkChg chg="mod">
          <ac:chgData name="Saragiotis, Savvas" userId="8e2fd957-98be-4c52-8350-396a56528296" providerId="ADAL" clId="{B66F7508-70B4-4698-8ED9-645AE438A441}" dt="2026-06-19T09:52:47.730" v="329" actId="1076"/>
          <ac:inkMkLst>
            <pc:docMk/>
            <pc:sldMk cId="1691979019" sldId="1534"/>
            <ac:inkMk id="8" creationId="{E54EFFDE-A91A-E016-4567-BEA351112A26}"/>
          </ac:inkMkLst>
        </pc:inkChg>
      </pc:sldChg>
      <pc:sldChg chg="add del modAnim">
        <pc:chgData name="Saragiotis, Savvas" userId="8e2fd957-98be-4c52-8350-396a56528296" providerId="ADAL" clId="{B66F7508-70B4-4698-8ED9-645AE438A441}" dt="2026-06-19T09:57:09.546" v="349" actId="2696"/>
        <pc:sldMkLst>
          <pc:docMk/>
          <pc:sldMk cId="1149850405" sldId="1535"/>
        </pc:sldMkLst>
      </pc:sldChg>
      <pc:sldChg chg="addSp delSp add del mod modTransition">
        <pc:chgData name="Saragiotis, Savvas" userId="8e2fd957-98be-4c52-8350-396a56528296" providerId="ADAL" clId="{B66F7508-70B4-4698-8ED9-645AE438A441}" dt="2026-06-19T09:51:39.900" v="326" actId="47"/>
        <pc:sldMkLst>
          <pc:docMk/>
          <pc:sldMk cId="2041265863" sldId="1535"/>
        </pc:sldMkLst>
        <pc:inkChg chg="add del">
          <ac:chgData name="Saragiotis, Savvas" userId="8e2fd957-98be-4c52-8350-396a56528296" providerId="ADAL" clId="{B66F7508-70B4-4698-8ED9-645AE438A441}" dt="2026-06-19T09:41:54.337" v="242" actId="9405"/>
          <ac:inkMkLst>
            <pc:docMk/>
            <pc:sldMk cId="2041265863" sldId="1535"/>
            <ac:inkMk id="4" creationId="{A1DC3DCE-B657-D332-1944-A32A388E3AB6}"/>
          </ac:inkMkLst>
        </pc:inkChg>
      </pc:sldChg>
      <pc:sldChg chg="addSp delSp modSp add mod">
        <pc:chgData name="Saragiotis, Savvas" userId="8e2fd957-98be-4c52-8350-396a56528296" providerId="ADAL" clId="{B66F7508-70B4-4698-8ED9-645AE438A441}" dt="2026-06-19T10:05:40.679" v="682" actId="1038"/>
        <pc:sldMkLst>
          <pc:docMk/>
          <pc:sldMk cId="3572743741" sldId="1535"/>
        </pc:sldMkLst>
        <pc:spChg chg="mod">
          <ac:chgData name="Saragiotis, Savvas" userId="8e2fd957-98be-4c52-8350-396a56528296" providerId="ADAL" clId="{B66F7508-70B4-4698-8ED9-645AE438A441}" dt="2026-06-19T10:05:40.679" v="682" actId="1038"/>
          <ac:spMkLst>
            <pc:docMk/>
            <pc:sldMk cId="3572743741" sldId="1535"/>
            <ac:spMk id="2" creationId="{11BBBC11-F12E-6396-4023-CA5BD24BD117}"/>
          </ac:spMkLst>
        </pc:spChg>
        <pc:spChg chg="del">
          <ac:chgData name="Saragiotis, Savvas" userId="8e2fd957-98be-4c52-8350-396a56528296" providerId="ADAL" clId="{B66F7508-70B4-4698-8ED9-645AE438A441}" dt="2026-06-19T09:58:33.042" v="351" actId="478"/>
          <ac:spMkLst>
            <pc:docMk/>
            <pc:sldMk cId="3572743741" sldId="1535"/>
            <ac:spMk id="3" creationId="{C361AC1C-91F7-C9D4-0985-1B0F93A4FCB0}"/>
          </ac:spMkLst>
        </pc:spChg>
        <pc:spChg chg="mod">
          <ac:chgData name="Saragiotis, Savvas" userId="8e2fd957-98be-4c52-8350-396a56528296" providerId="ADAL" clId="{B66F7508-70B4-4698-8ED9-645AE438A441}" dt="2026-06-19T10:05:40.679" v="682" actId="1038"/>
          <ac:spMkLst>
            <pc:docMk/>
            <pc:sldMk cId="3572743741" sldId="1535"/>
            <ac:spMk id="5" creationId="{42EB4A3F-D3F1-6321-E353-D12B5A990348}"/>
          </ac:spMkLst>
        </pc:spChg>
        <pc:spChg chg="add del mod">
          <ac:chgData name="Saragiotis, Savvas" userId="8e2fd957-98be-4c52-8350-396a56528296" providerId="ADAL" clId="{B66F7508-70B4-4698-8ED9-645AE438A441}" dt="2026-06-19T09:58:37.977" v="352" actId="478"/>
          <ac:spMkLst>
            <pc:docMk/>
            <pc:sldMk cId="3572743741" sldId="1535"/>
            <ac:spMk id="6" creationId="{98D0CBA4-CC6F-D7D8-382B-86681163D6E6}"/>
          </ac:spMkLst>
        </pc:spChg>
        <pc:spChg chg="del">
          <ac:chgData name="Saragiotis, Savvas" userId="8e2fd957-98be-4c52-8350-396a56528296" providerId="ADAL" clId="{B66F7508-70B4-4698-8ED9-645AE438A441}" dt="2026-06-19T09:58:33.042" v="351" actId="478"/>
          <ac:spMkLst>
            <pc:docMk/>
            <pc:sldMk cId="3572743741" sldId="1535"/>
            <ac:spMk id="16" creationId="{927CE021-AE28-F6F9-237D-4B7A03BEC80C}"/>
          </ac:spMkLst>
        </pc:spChg>
        <pc:spChg chg="del">
          <ac:chgData name="Saragiotis, Savvas" userId="8e2fd957-98be-4c52-8350-396a56528296" providerId="ADAL" clId="{B66F7508-70B4-4698-8ED9-645AE438A441}" dt="2026-06-19T09:58:33.042" v="351" actId="478"/>
          <ac:spMkLst>
            <pc:docMk/>
            <pc:sldMk cId="3572743741" sldId="1535"/>
            <ac:spMk id="17" creationId="{0852D1AA-0AAA-6678-36D8-01F20F273A00}"/>
          </ac:spMkLst>
        </pc:spChg>
        <pc:spChg chg="del">
          <ac:chgData name="Saragiotis, Savvas" userId="8e2fd957-98be-4c52-8350-396a56528296" providerId="ADAL" clId="{B66F7508-70B4-4698-8ED9-645AE438A441}" dt="2026-06-19T09:58:33.042" v="351" actId="478"/>
          <ac:spMkLst>
            <pc:docMk/>
            <pc:sldMk cId="3572743741" sldId="1535"/>
            <ac:spMk id="18" creationId="{CD583014-11AE-C2E9-E9C8-1B459A261F1D}"/>
          </ac:spMkLst>
        </pc:spChg>
        <pc:spChg chg="del">
          <ac:chgData name="Saragiotis, Savvas" userId="8e2fd957-98be-4c52-8350-396a56528296" providerId="ADAL" clId="{B66F7508-70B4-4698-8ED9-645AE438A441}" dt="2026-06-19T09:58:33.042" v="351" actId="478"/>
          <ac:spMkLst>
            <pc:docMk/>
            <pc:sldMk cId="3572743741" sldId="1535"/>
            <ac:spMk id="19" creationId="{E7F2EB5C-80B1-3A39-116E-BF6DD137C348}"/>
          </ac:spMkLst>
        </pc:spChg>
        <pc:spChg chg="del">
          <ac:chgData name="Saragiotis, Savvas" userId="8e2fd957-98be-4c52-8350-396a56528296" providerId="ADAL" clId="{B66F7508-70B4-4698-8ED9-645AE438A441}" dt="2026-06-19T09:58:33.042" v="351" actId="478"/>
          <ac:spMkLst>
            <pc:docMk/>
            <pc:sldMk cId="3572743741" sldId="1535"/>
            <ac:spMk id="24" creationId="{1536419E-EE12-06F8-9834-2EFFFF28D954}"/>
          </ac:spMkLst>
        </pc:spChg>
        <pc:grpChg chg="del">
          <ac:chgData name="Saragiotis, Savvas" userId="8e2fd957-98be-4c52-8350-396a56528296" providerId="ADAL" clId="{B66F7508-70B4-4698-8ED9-645AE438A441}" dt="2026-06-19T09:58:33.042" v="351" actId="478"/>
          <ac:grpSpMkLst>
            <pc:docMk/>
            <pc:sldMk cId="3572743741" sldId="1535"/>
            <ac:grpSpMk id="15" creationId="{64EEF194-E7D9-72F8-D236-2DD9F6AC4FD9}"/>
          </ac:grpSpMkLst>
        </pc:grpChg>
        <pc:picChg chg="mod">
          <ac:chgData name="Saragiotis, Savvas" userId="8e2fd957-98be-4c52-8350-396a56528296" providerId="ADAL" clId="{B66F7508-70B4-4698-8ED9-645AE438A441}" dt="2026-06-19T09:58:46.747" v="416" actId="1038"/>
          <ac:picMkLst>
            <pc:docMk/>
            <pc:sldMk cId="3572743741" sldId="1535"/>
            <ac:picMk id="7" creationId="{2FD582FD-4662-0562-88CD-FFC47F6DAF00}"/>
          </ac:picMkLst>
        </pc:picChg>
        <pc:picChg chg="add del mod">
          <ac:chgData name="Saragiotis, Savvas" userId="8e2fd957-98be-4c52-8350-396a56528296" providerId="ADAL" clId="{B66F7508-70B4-4698-8ED9-645AE438A441}" dt="2026-06-19T10:03:29.384" v="424" actId="478"/>
          <ac:picMkLst>
            <pc:docMk/>
            <pc:sldMk cId="3572743741" sldId="1535"/>
            <ac:picMk id="10" creationId="{F4D190FE-9ADB-B5F7-4302-5D9AEB3980CC}"/>
          </ac:picMkLst>
        </pc:picChg>
        <pc:picChg chg="add del mod">
          <ac:chgData name="Saragiotis, Savvas" userId="8e2fd957-98be-4c52-8350-396a56528296" providerId="ADAL" clId="{B66F7508-70B4-4698-8ED9-645AE438A441}" dt="2026-06-19T10:03:28.659" v="423" actId="478"/>
          <ac:picMkLst>
            <pc:docMk/>
            <pc:sldMk cId="3572743741" sldId="1535"/>
            <ac:picMk id="12" creationId="{C8920DDD-C274-2377-05DC-46AA1EF405DD}"/>
          </ac:picMkLst>
        </pc:picChg>
        <pc:picChg chg="add mod">
          <ac:chgData name="Saragiotis, Savvas" userId="8e2fd957-98be-4c52-8350-396a56528296" providerId="ADAL" clId="{B66F7508-70B4-4698-8ED9-645AE438A441}" dt="2026-06-19T10:04:54.034" v="524" actId="1076"/>
          <ac:picMkLst>
            <pc:docMk/>
            <pc:sldMk cId="3572743741" sldId="1535"/>
            <ac:picMk id="21" creationId="{4C795EF6-FCD3-77DB-EFF8-93FAADE21B4C}"/>
          </ac:picMkLst>
        </pc:picChg>
        <pc:picChg chg="del">
          <ac:chgData name="Saragiotis, Savvas" userId="8e2fd957-98be-4c52-8350-396a56528296" providerId="ADAL" clId="{B66F7508-70B4-4698-8ED9-645AE438A441}" dt="2026-06-19T09:58:33.042" v="351" actId="478"/>
          <ac:picMkLst>
            <pc:docMk/>
            <pc:sldMk cId="3572743741" sldId="1535"/>
            <ac:picMk id="23" creationId="{8E84FAAB-3BC1-24CC-AD94-3C96D8AC5F65}"/>
          </ac:picMkLst>
        </pc:picChg>
        <pc:picChg chg="add mod">
          <ac:chgData name="Saragiotis, Savvas" userId="8e2fd957-98be-4c52-8350-396a56528296" providerId="ADAL" clId="{B66F7508-70B4-4698-8ED9-645AE438A441}" dt="2026-06-19T10:04:54.034" v="524" actId="1076"/>
          <ac:picMkLst>
            <pc:docMk/>
            <pc:sldMk cId="3572743741" sldId="1535"/>
            <ac:picMk id="25" creationId="{5DB26E28-CAA5-266E-E145-94159465AD2C}"/>
          </ac:picMkLst>
        </pc:picChg>
        <pc:inkChg chg="del">
          <ac:chgData name="Saragiotis, Savvas" userId="8e2fd957-98be-4c52-8350-396a56528296" providerId="ADAL" clId="{B66F7508-70B4-4698-8ED9-645AE438A441}" dt="2026-06-19T09:58:33.042" v="351" actId="478"/>
          <ac:inkMkLst>
            <pc:docMk/>
            <pc:sldMk cId="3572743741" sldId="1535"/>
            <ac:inkMk id="8" creationId="{4790DDAF-1202-5776-12E3-F6E45B70767F}"/>
          </ac:inkMkLst>
        </pc:inkChg>
      </pc:sldChg>
      <pc:sldChg chg="modSp new mod">
        <pc:chgData name="Saragiotis, Savvas" userId="8e2fd957-98be-4c52-8350-396a56528296" providerId="ADAL" clId="{B66F7508-70B4-4698-8ED9-645AE438A441}" dt="2026-06-20T14:06:21.381" v="685" actId="20577"/>
        <pc:sldMkLst>
          <pc:docMk/>
          <pc:sldMk cId="3375912633" sldId="1536"/>
        </pc:sldMkLst>
        <pc:spChg chg="mod">
          <ac:chgData name="Saragiotis, Savvas" userId="8e2fd957-98be-4c52-8350-396a56528296" providerId="ADAL" clId="{B66F7508-70B4-4698-8ED9-645AE438A441}" dt="2026-06-20T14:06:21.381" v="685" actId="20577"/>
          <ac:spMkLst>
            <pc:docMk/>
            <pc:sldMk cId="3375912633" sldId="1536"/>
            <ac:spMk id="2" creationId="{BA0E433B-F9B2-9F56-8E0B-9013079F37F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9D005A-EF78-4DC8-A9B0-7B54127FABB3}" type="doc">
      <dgm:prSet loTypeId="urn:microsoft.com/office/officeart/2024/3/layout/ArchList1#2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6C0E93-31C2-4367-9734-22A77E91F852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solidFill>
                <a:schemeClr val="tx1"/>
              </a:solidFill>
              <a:latin typeface="+mn-lt"/>
            </a:rPr>
            <a:t>Financial stability</a:t>
          </a:r>
        </a:p>
      </dgm:t>
    </dgm:pt>
    <dgm:pt modelId="{8C6185DB-C15F-4142-9FFC-06798EBB4FD3}" type="parTrans" cxnId="{380048F8-519C-4DF3-983E-65F199CAF07C}">
      <dgm:prSet/>
      <dgm:spPr/>
      <dgm:t>
        <a:bodyPr/>
        <a:lstStyle/>
        <a:p>
          <a:endParaRPr lang="en-US">
            <a:solidFill>
              <a:schemeClr val="tx1"/>
            </a:solidFill>
            <a:latin typeface="+mn-lt"/>
          </a:endParaRPr>
        </a:p>
      </dgm:t>
    </dgm:pt>
    <dgm:pt modelId="{57C15597-8730-4C5E-950A-E3E94A8A5729}" type="sibTrans" cxnId="{380048F8-519C-4DF3-983E-65F199CAF07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>
            <a:solidFill>
              <a:schemeClr val="tx1"/>
            </a:solidFill>
            <a:latin typeface="+mn-lt"/>
          </a:endParaRPr>
        </a:p>
      </dgm:t>
    </dgm:pt>
    <dgm:pt modelId="{5DC4A6D3-8F5B-462C-98E5-9DBA04B5F5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/>
              </a:solidFill>
              <a:latin typeface="+mn-lt"/>
            </a:rPr>
            <a:t>We remain committed to strong financial management.</a:t>
          </a:r>
        </a:p>
      </dgm:t>
    </dgm:pt>
    <dgm:pt modelId="{05AC1DA1-5915-400C-AA8A-59903F7D8430}" type="parTrans" cxnId="{B8CDC488-4F8D-4EF9-86AB-BC5EDA02D830}">
      <dgm:prSet/>
      <dgm:spPr/>
      <dgm:t>
        <a:bodyPr/>
        <a:lstStyle/>
        <a:p>
          <a:endParaRPr lang="en-US">
            <a:solidFill>
              <a:schemeClr val="tx1"/>
            </a:solidFill>
            <a:latin typeface="+mn-lt"/>
          </a:endParaRPr>
        </a:p>
      </dgm:t>
    </dgm:pt>
    <dgm:pt modelId="{EBE04370-C115-496A-829B-022F025D9929}" type="sibTrans" cxnId="{B8CDC488-4F8D-4EF9-86AB-BC5EDA02D830}">
      <dgm:prSet/>
      <dgm:spPr/>
      <dgm:t>
        <a:bodyPr/>
        <a:lstStyle/>
        <a:p>
          <a:endParaRPr lang="en-US">
            <a:solidFill>
              <a:schemeClr val="tx1"/>
            </a:solidFill>
            <a:latin typeface="+mn-lt"/>
          </a:endParaRPr>
        </a:p>
      </dgm:t>
    </dgm:pt>
    <dgm:pt modelId="{6683C677-89E1-4E18-8444-F8D0F91747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solidFill>
                <a:schemeClr val="tx1"/>
              </a:solidFill>
              <a:latin typeface="+mn-lt"/>
            </a:rPr>
            <a:t>Strategic investments</a:t>
          </a:r>
        </a:p>
      </dgm:t>
    </dgm:pt>
    <dgm:pt modelId="{9096D71F-9713-469B-ACE6-161111FE9A54}" type="parTrans" cxnId="{56C8B87E-0F96-4F20-8345-3069AB024E9E}">
      <dgm:prSet/>
      <dgm:spPr/>
      <dgm:t>
        <a:bodyPr/>
        <a:lstStyle/>
        <a:p>
          <a:endParaRPr lang="en-US">
            <a:solidFill>
              <a:schemeClr val="tx1"/>
            </a:solidFill>
            <a:latin typeface="+mn-lt"/>
          </a:endParaRPr>
        </a:p>
      </dgm:t>
    </dgm:pt>
    <dgm:pt modelId="{09D8EA0C-EED3-4BB1-8AEF-7CFB760A7162}" type="sibTrans" cxnId="{56C8B87E-0F96-4F20-8345-3069AB024E9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>
            <a:solidFill>
              <a:schemeClr val="tx1"/>
            </a:solidFill>
            <a:latin typeface="+mn-lt"/>
          </a:endParaRPr>
        </a:p>
      </dgm:t>
    </dgm:pt>
    <dgm:pt modelId="{56734F44-9D7F-4CFB-9CBD-E0EEABC32D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/>
              </a:solidFill>
              <a:latin typeface="+mn-lt"/>
            </a:rPr>
            <a:t>Our next steps focus on long-term value creation.</a:t>
          </a:r>
        </a:p>
      </dgm:t>
    </dgm:pt>
    <dgm:pt modelId="{A3AD6FCC-E4F5-46B4-B004-A23AC5C6F65B}" type="parTrans" cxnId="{BF038F71-DD3A-456F-94B1-E4A5F6A7590E}">
      <dgm:prSet/>
      <dgm:spPr/>
      <dgm:t>
        <a:bodyPr/>
        <a:lstStyle/>
        <a:p>
          <a:endParaRPr lang="en-US">
            <a:solidFill>
              <a:schemeClr val="tx1"/>
            </a:solidFill>
            <a:latin typeface="+mn-lt"/>
          </a:endParaRPr>
        </a:p>
      </dgm:t>
    </dgm:pt>
    <dgm:pt modelId="{9C036100-254F-47F6-B01F-1758F7BB772A}" type="sibTrans" cxnId="{BF038F71-DD3A-456F-94B1-E4A5F6A7590E}">
      <dgm:prSet/>
      <dgm:spPr/>
      <dgm:t>
        <a:bodyPr/>
        <a:lstStyle/>
        <a:p>
          <a:endParaRPr lang="en-US">
            <a:solidFill>
              <a:schemeClr val="tx1"/>
            </a:solidFill>
            <a:latin typeface="+mn-lt"/>
          </a:endParaRPr>
        </a:p>
      </dgm:t>
    </dgm:pt>
    <dgm:pt modelId="{1DD03B1B-225F-4F59-88E9-6E12FADD86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solidFill>
                <a:schemeClr val="tx1"/>
              </a:solidFill>
              <a:latin typeface="+mn-lt"/>
            </a:rPr>
            <a:t>Sustained growth</a:t>
          </a:r>
        </a:p>
      </dgm:t>
    </dgm:pt>
    <dgm:pt modelId="{FE2FFDD7-EC33-4C15-918C-5DE14D4351F6}" type="parTrans" cxnId="{3651E0FD-E66F-4F72-99C5-BD809EC3C96C}">
      <dgm:prSet/>
      <dgm:spPr/>
      <dgm:t>
        <a:bodyPr/>
        <a:lstStyle/>
        <a:p>
          <a:endParaRPr lang="en-US">
            <a:solidFill>
              <a:schemeClr val="tx1"/>
            </a:solidFill>
            <a:latin typeface="+mn-lt"/>
          </a:endParaRPr>
        </a:p>
      </dgm:t>
    </dgm:pt>
    <dgm:pt modelId="{36F1427C-26E2-4129-AD15-F3263C896B71}" type="sibTrans" cxnId="{3651E0FD-E66F-4F72-99C5-BD809EC3C96C}">
      <dgm:prSet/>
      <dgm:spPr/>
      <dgm:t>
        <a:bodyPr/>
        <a:lstStyle/>
        <a:p>
          <a:endParaRPr lang="en-US">
            <a:solidFill>
              <a:schemeClr val="tx1"/>
            </a:solidFill>
            <a:latin typeface="+mn-lt"/>
          </a:endParaRPr>
        </a:p>
      </dgm:t>
    </dgm:pt>
    <dgm:pt modelId="{F6C60737-054A-4D4C-890B-C348D45057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/>
              </a:solidFill>
              <a:latin typeface="+mn-lt"/>
            </a:rPr>
            <a:t>We’re positioned for scalable expansion in the coming years.</a:t>
          </a:r>
        </a:p>
      </dgm:t>
    </dgm:pt>
    <dgm:pt modelId="{AD74D646-4FE6-49CB-B06E-B0BEE753FD5B}" type="parTrans" cxnId="{6193C484-8ABE-4C8E-BC1B-11825138E8E6}">
      <dgm:prSet/>
      <dgm:spPr/>
      <dgm:t>
        <a:bodyPr/>
        <a:lstStyle/>
        <a:p>
          <a:endParaRPr lang="en-US">
            <a:solidFill>
              <a:schemeClr val="tx1"/>
            </a:solidFill>
            <a:latin typeface="+mn-lt"/>
          </a:endParaRPr>
        </a:p>
      </dgm:t>
    </dgm:pt>
    <dgm:pt modelId="{33DDF299-F25D-43EA-B386-54F6148ECB5B}" type="sibTrans" cxnId="{6193C484-8ABE-4C8E-BC1B-11825138E8E6}">
      <dgm:prSet/>
      <dgm:spPr/>
      <dgm:t>
        <a:bodyPr/>
        <a:lstStyle/>
        <a:p>
          <a:endParaRPr lang="en-US">
            <a:solidFill>
              <a:schemeClr val="tx1"/>
            </a:solidFill>
            <a:latin typeface="+mn-lt"/>
          </a:endParaRPr>
        </a:p>
      </dgm:t>
    </dgm:pt>
    <dgm:pt modelId="{439189D0-7625-4BFC-AE7F-D155DAEB60E0}" type="pres">
      <dgm:prSet presAssocID="{F79D005A-EF78-4DC8-A9B0-7B54127FABB3}" presName="Name0" presStyleCnt="0">
        <dgm:presLayoutVars>
          <dgm:dir/>
          <dgm:resizeHandles val="exact"/>
        </dgm:presLayoutVars>
      </dgm:prSet>
      <dgm:spPr/>
    </dgm:pt>
    <dgm:pt modelId="{427D038D-8874-450F-AD39-DCA5940C79C2}" type="pres">
      <dgm:prSet presAssocID="{5C6C0E93-31C2-4367-9734-22A77E91F852}" presName="compNode" presStyleCnt="0"/>
      <dgm:spPr/>
    </dgm:pt>
    <dgm:pt modelId="{C046629B-369E-4F2D-9BA1-5E3C2DFD91CF}" type="pres">
      <dgm:prSet presAssocID="{5C6C0E93-31C2-4367-9734-22A77E91F852}" presName="pictRect" presStyleLbl="revTx" presStyleIdx="0" presStyleCnt="6">
        <dgm:presLayoutVars>
          <dgm:chMax val="0"/>
          <dgm:bulletEnabled/>
        </dgm:presLayoutVars>
      </dgm:prSet>
      <dgm:spPr/>
    </dgm:pt>
    <dgm:pt modelId="{922F7867-BAA8-4280-885B-E9A3B540D23F}" type="pres">
      <dgm:prSet presAssocID="{5C6C0E93-31C2-4367-9734-22A77E91F852}" presName="textRect" presStyleLbl="revTx" presStyleIdx="1" presStyleCnt="6" custScaleY="92705" custLinFactNeighborY="3157">
        <dgm:presLayoutVars>
          <dgm:bulletEnabled/>
        </dgm:presLayoutVars>
      </dgm:prSet>
      <dgm:spPr/>
    </dgm:pt>
    <dgm:pt modelId="{5B9D68AB-F95F-4888-AF28-C7B8CC572246}" type="pres">
      <dgm:prSet presAssocID="{57C15597-8730-4C5E-950A-E3E94A8A5729}" presName="sibTrans" presStyleLbl="sibTrans2D1" presStyleIdx="0" presStyleCnt="0"/>
      <dgm:spPr/>
    </dgm:pt>
    <dgm:pt modelId="{48C5B127-2DFE-4CE5-9384-32D732EE91F1}" type="pres">
      <dgm:prSet presAssocID="{6683C677-89E1-4E18-8444-F8D0F9174767}" presName="compNode" presStyleCnt="0"/>
      <dgm:spPr/>
    </dgm:pt>
    <dgm:pt modelId="{149E8246-107E-446D-83A2-2619E61A535F}" type="pres">
      <dgm:prSet presAssocID="{6683C677-89E1-4E18-8444-F8D0F9174767}" presName="pictRect" presStyleLbl="revTx" presStyleIdx="2" presStyleCnt="6">
        <dgm:presLayoutVars>
          <dgm:chMax val="0"/>
          <dgm:bulletEnabled/>
        </dgm:presLayoutVars>
      </dgm:prSet>
      <dgm:spPr/>
    </dgm:pt>
    <dgm:pt modelId="{8EE598D4-3436-4B47-84B1-DAD22BF1454E}" type="pres">
      <dgm:prSet presAssocID="{6683C677-89E1-4E18-8444-F8D0F9174767}" presName="textRect" presStyleLbl="revTx" presStyleIdx="3" presStyleCnt="6" custScaleY="92705" custLinFactNeighborY="3157">
        <dgm:presLayoutVars>
          <dgm:bulletEnabled/>
        </dgm:presLayoutVars>
      </dgm:prSet>
      <dgm:spPr/>
    </dgm:pt>
    <dgm:pt modelId="{4AFCB975-8743-43A1-8661-60F23E9B89A3}" type="pres">
      <dgm:prSet presAssocID="{09D8EA0C-EED3-4BB1-8AEF-7CFB760A7162}" presName="sibTrans" presStyleLbl="sibTrans2D1" presStyleIdx="0" presStyleCnt="0"/>
      <dgm:spPr/>
    </dgm:pt>
    <dgm:pt modelId="{CDF5A025-CFDC-4004-91F9-1AE14552A37B}" type="pres">
      <dgm:prSet presAssocID="{1DD03B1B-225F-4F59-88E9-6E12FADD869B}" presName="compNode" presStyleCnt="0"/>
      <dgm:spPr/>
    </dgm:pt>
    <dgm:pt modelId="{7601E8C4-7F17-4695-B1CE-57EF4035A40F}" type="pres">
      <dgm:prSet presAssocID="{1DD03B1B-225F-4F59-88E9-6E12FADD869B}" presName="pictRect" presStyleLbl="revTx" presStyleIdx="4" presStyleCnt="6">
        <dgm:presLayoutVars>
          <dgm:chMax val="0"/>
          <dgm:bulletEnabled/>
        </dgm:presLayoutVars>
      </dgm:prSet>
      <dgm:spPr/>
    </dgm:pt>
    <dgm:pt modelId="{4089A5D8-997B-4184-99FA-4FC49BC3D349}" type="pres">
      <dgm:prSet presAssocID="{1DD03B1B-225F-4F59-88E9-6E12FADD869B}" presName="textRect" presStyleLbl="revTx" presStyleIdx="5" presStyleCnt="6" custScaleY="92705" custLinFactNeighborY="3157">
        <dgm:presLayoutVars>
          <dgm:bulletEnabled/>
        </dgm:presLayoutVars>
      </dgm:prSet>
      <dgm:spPr/>
    </dgm:pt>
  </dgm:ptLst>
  <dgm:cxnLst>
    <dgm:cxn modelId="{6E9CBC10-6408-4B6B-9D91-3B6CF69723A7}" type="presOf" srcId="{56734F44-9D7F-4CFB-9CBD-E0EEABC32D3D}" destId="{8EE598D4-3436-4B47-84B1-DAD22BF1454E}" srcOrd="0" destOrd="0" presId="urn:microsoft.com/office/officeart/2024/3/layout/ArchList1#26"/>
    <dgm:cxn modelId="{F20F3214-47B8-4901-993F-1C150E72B110}" type="presOf" srcId="{F79D005A-EF78-4DC8-A9B0-7B54127FABB3}" destId="{439189D0-7625-4BFC-AE7F-D155DAEB60E0}" srcOrd="0" destOrd="0" presId="urn:microsoft.com/office/officeart/2024/3/layout/ArchList1#26"/>
    <dgm:cxn modelId="{C8E9B118-1144-4153-9F17-68806EA98F56}" type="presOf" srcId="{09D8EA0C-EED3-4BB1-8AEF-7CFB760A7162}" destId="{4AFCB975-8743-43A1-8661-60F23E9B89A3}" srcOrd="0" destOrd="0" presId="urn:microsoft.com/office/officeart/2024/3/layout/ArchList1#26"/>
    <dgm:cxn modelId="{8BAEE11B-222F-42FE-A09C-06651794E8C6}" type="presOf" srcId="{5C6C0E93-31C2-4367-9734-22A77E91F852}" destId="{C046629B-369E-4F2D-9BA1-5E3C2DFD91CF}" srcOrd="0" destOrd="0" presId="urn:microsoft.com/office/officeart/2024/3/layout/ArchList1#26"/>
    <dgm:cxn modelId="{AA786369-BAB6-4E7D-8D40-3038C2F9BD94}" type="presOf" srcId="{F6C60737-054A-4D4C-890B-C348D450576A}" destId="{4089A5D8-997B-4184-99FA-4FC49BC3D349}" srcOrd="0" destOrd="0" presId="urn:microsoft.com/office/officeart/2024/3/layout/ArchList1#26"/>
    <dgm:cxn modelId="{BF038F71-DD3A-456F-94B1-E4A5F6A7590E}" srcId="{6683C677-89E1-4E18-8444-F8D0F9174767}" destId="{56734F44-9D7F-4CFB-9CBD-E0EEABC32D3D}" srcOrd="0" destOrd="0" parTransId="{A3AD6FCC-E4F5-46B4-B004-A23AC5C6F65B}" sibTransId="{9C036100-254F-47F6-B01F-1758F7BB772A}"/>
    <dgm:cxn modelId="{08D96A7A-7B33-4E0A-B8CD-43FF03620A4D}" type="presOf" srcId="{6683C677-89E1-4E18-8444-F8D0F9174767}" destId="{149E8246-107E-446D-83A2-2619E61A535F}" srcOrd="0" destOrd="0" presId="urn:microsoft.com/office/officeart/2024/3/layout/ArchList1#26"/>
    <dgm:cxn modelId="{56C8B87E-0F96-4F20-8345-3069AB024E9E}" srcId="{F79D005A-EF78-4DC8-A9B0-7B54127FABB3}" destId="{6683C677-89E1-4E18-8444-F8D0F9174767}" srcOrd="1" destOrd="0" parTransId="{9096D71F-9713-469B-ACE6-161111FE9A54}" sibTransId="{09D8EA0C-EED3-4BB1-8AEF-7CFB760A7162}"/>
    <dgm:cxn modelId="{D1B1DD7F-1A0E-4B47-A656-BC529ACC4476}" type="presOf" srcId="{5DC4A6D3-8F5B-462C-98E5-9DBA04B5F5C0}" destId="{922F7867-BAA8-4280-885B-E9A3B540D23F}" srcOrd="0" destOrd="0" presId="urn:microsoft.com/office/officeart/2024/3/layout/ArchList1#26"/>
    <dgm:cxn modelId="{6193C484-8ABE-4C8E-BC1B-11825138E8E6}" srcId="{1DD03B1B-225F-4F59-88E9-6E12FADD869B}" destId="{F6C60737-054A-4D4C-890B-C348D450576A}" srcOrd="0" destOrd="0" parTransId="{AD74D646-4FE6-49CB-B06E-B0BEE753FD5B}" sibTransId="{33DDF299-F25D-43EA-B386-54F6148ECB5B}"/>
    <dgm:cxn modelId="{B8CDC488-4F8D-4EF9-86AB-BC5EDA02D830}" srcId="{5C6C0E93-31C2-4367-9734-22A77E91F852}" destId="{5DC4A6D3-8F5B-462C-98E5-9DBA04B5F5C0}" srcOrd="0" destOrd="0" parTransId="{05AC1DA1-5915-400C-AA8A-59903F7D8430}" sibTransId="{EBE04370-C115-496A-829B-022F025D9929}"/>
    <dgm:cxn modelId="{B029E4AA-8B93-47D3-B437-B1BD6DD71A20}" type="presOf" srcId="{1DD03B1B-225F-4F59-88E9-6E12FADD869B}" destId="{7601E8C4-7F17-4695-B1CE-57EF4035A40F}" srcOrd="0" destOrd="0" presId="urn:microsoft.com/office/officeart/2024/3/layout/ArchList1#26"/>
    <dgm:cxn modelId="{3D5AEDEE-0A77-43E9-86F0-551CA752D47B}" type="presOf" srcId="{57C15597-8730-4C5E-950A-E3E94A8A5729}" destId="{5B9D68AB-F95F-4888-AF28-C7B8CC572246}" srcOrd="0" destOrd="0" presId="urn:microsoft.com/office/officeart/2024/3/layout/ArchList1#26"/>
    <dgm:cxn modelId="{380048F8-519C-4DF3-983E-65F199CAF07C}" srcId="{F79D005A-EF78-4DC8-A9B0-7B54127FABB3}" destId="{5C6C0E93-31C2-4367-9734-22A77E91F852}" srcOrd="0" destOrd="0" parTransId="{8C6185DB-C15F-4142-9FFC-06798EBB4FD3}" sibTransId="{57C15597-8730-4C5E-950A-E3E94A8A5729}"/>
    <dgm:cxn modelId="{3651E0FD-E66F-4F72-99C5-BD809EC3C96C}" srcId="{F79D005A-EF78-4DC8-A9B0-7B54127FABB3}" destId="{1DD03B1B-225F-4F59-88E9-6E12FADD869B}" srcOrd="2" destOrd="0" parTransId="{FE2FFDD7-EC33-4C15-918C-5DE14D4351F6}" sibTransId="{36F1427C-26E2-4129-AD15-F3263C896B71}"/>
    <dgm:cxn modelId="{C4441C21-4D4A-419E-BDB5-0EFDEC6881AA}" type="presParOf" srcId="{439189D0-7625-4BFC-AE7F-D155DAEB60E0}" destId="{427D038D-8874-450F-AD39-DCA5940C79C2}" srcOrd="0" destOrd="0" presId="urn:microsoft.com/office/officeart/2024/3/layout/ArchList1#26"/>
    <dgm:cxn modelId="{35BD9CA1-4C81-4437-9E5F-F14F1F9C26BE}" type="presParOf" srcId="{427D038D-8874-450F-AD39-DCA5940C79C2}" destId="{C046629B-369E-4F2D-9BA1-5E3C2DFD91CF}" srcOrd="0" destOrd="0" presId="urn:microsoft.com/office/officeart/2024/3/layout/ArchList1#26"/>
    <dgm:cxn modelId="{0B25A04F-F6D2-4255-AE2F-F93FD358A9F0}" type="presParOf" srcId="{427D038D-8874-450F-AD39-DCA5940C79C2}" destId="{922F7867-BAA8-4280-885B-E9A3B540D23F}" srcOrd="1" destOrd="0" presId="urn:microsoft.com/office/officeart/2024/3/layout/ArchList1#26"/>
    <dgm:cxn modelId="{4FBA8DEA-058A-488C-9128-632035E3EAD3}" type="presParOf" srcId="{439189D0-7625-4BFC-AE7F-D155DAEB60E0}" destId="{5B9D68AB-F95F-4888-AF28-C7B8CC572246}" srcOrd="1" destOrd="0" presId="urn:microsoft.com/office/officeart/2024/3/layout/ArchList1#26"/>
    <dgm:cxn modelId="{E32CAB04-EB91-48B0-88D3-91BB21C269B5}" type="presParOf" srcId="{439189D0-7625-4BFC-AE7F-D155DAEB60E0}" destId="{48C5B127-2DFE-4CE5-9384-32D732EE91F1}" srcOrd="2" destOrd="0" presId="urn:microsoft.com/office/officeart/2024/3/layout/ArchList1#26"/>
    <dgm:cxn modelId="{3247B220-9C19-44F7-B795-F64ED64B9E4D}" type="presParOf" srcId="{48C5B127-2DFE-4CE5-9384-32D732EE91F1}" destId="{149E8246-107E-446D-83A2-2619E61A535F}" srcOrd="0" destOrd="0" presId="urn:microsoft.com/office/officeart/2024/3/layout/ArchList1#26"/>
    <dgm:cxn modelId="{2B0159A6-CBB2-4720-AD9D-7D0D21E11BFE}" type="presParOf" srcId="{48C5B127-2DFE-4CE5-9384-32D732EE91F1}" destId="{8EE598D4-3436-4B47-84B1-DAD22BF1454E}" srcOrd="1" destOrd="0" presId="urn:microsoft.com/office/officeart/2024/3/layout/ArchList1#26"/>
    <dgm:cxn modelId="{C4A25BD5-B19C-4B50-B226-AE9161EA5D48}" type="presParOf" srcId="{439189D0-7625-4BFC-AE7F-D155DAEB60E0}" destId="{4AFCB975-8743-43A1-8661-60F23E9B89A3}" srcOrd="3" destOrd="0" presId="urn:microsoft.com/office/officeart/2024/3/layout/ArchList1#26"/>
    <dgm:cxn modelId="{3904024F-68F4-46C4-B2F0-EFA55405E3F3}" type="presParOf" srcId="{439189D0-7625-4BFC-AE7F-D155DAEB60E0}" destId="{CDF5A025-CFDC-4004-91F9-1AE14552A37B}" srcOrd="4" destOrd="0" presId="urn:microsoft.com/office/officeart/2024/3/layout/ArchList1#26"/>
    <dgm:cxn modelId="{6E5E03FD-89E3-4F21-880B-A61477759132}" type="presParOf" srcId="{CDF5A025-CFDC-4004-91F9-1AE14552A37B}" destId="{7601E8C4-7F17-4695-B1CE-57EF4035A40F}" srcOrd="0" destOrd="0" presId="urn:microsoft.com/office/officeart/2024/3/layout/ArchList1#26"/>
    <dgm:cxn modelId="{387C8A76-3DF5-4D94-95AC-2E13970FACED}" type="presParOf" srcId="{CDF5A025-CFDC-4004-91F9-1AE14552A37B}" destId="{4089A5D8-997B-4184-99FA-4FC49BC3D349}" srcOrd="1" destOrd="0" presId="urn:microsoft.com/office/officeart/2024/3/layout/ArchList1#2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6629B-369E-4F2D-9BA1-5E3C2DFD91CF}">
      <dsp:nvSpPr>
        <dsp:cNvPr id="0" name=""/>
        <dsp:cNvSpPr/>
      </dsp:nvSpPr>
      <dsp:spPr>
        <a:xfrm>
          <a:off x="0" y="0"/>
          <a:ext cx="3403203" cy="34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tx1"/>
              </a:solidFill>
              <a:latin typeface="+mn-lt"/>
            </a:rPr>
            <a:t>Financial stability</a:t>
          </a:r>
        </a:p>
      </dsp:txBody>
      <dsp:txXfrm>
        <a:off x="0" y="0"/>
        <a:ext cx="3403203" cy="347793"/>
      </dsp:txXfrm>
    </dsp:sp>
    <dsp:sp modelId="{922F7867-BAA8-4280-885B-E9A3B540D23F}">
      <dsp:nvSpPr>
        <dsp:cNvPr id="0" name=""/>
        <dsp:cNvSpPr/>
      </dsp:nvSpPr>
      <dsp:spPr>
        <a:xfrm>
          <a:off x="0" y="532169"/>
          <a:ext cx="3403203" cy="25119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+mn-lt"/>
            </a:rPr>
            <a:t>We remain committed to strong financial management.</a:t>
          </a:r>
        </a:p>
      </dsp:txBody>
      <dsp:txXfrm>
        <a:off x="0" y="532169"/>
        <a:ext cx="3403203" cy="2511955"/>
      </dsp:txXfrm>
    </dsp:sp>
    <dsp:sp modelId="{149E8246-107E-446D-83A2-2619E61A535F}">
      <dsp:nvSpPr>
        <dsp:cNvPr id="0" name=""/>
        <dsp:cNvSpPr/>
      </dsp:nvSpPr>
      <dsp:spPr>
        <a:xfrm>
          <a:off x="3743523" y="0"/>
          <a:ext cx="3403203" cy="34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tx1"/>
              </a:solidFill>
              <a:latin typeface="+mn-lt"/>
            </a:rPr>
            <a:t>Strategic investments</a:t>
          </a:r>
        </a:p>
      </dsp:txBody>
      <dsp:txXfrm>
        <a:off x="3743523" y="0"/>
        <a:ext cx="3403203" cy="347793"/>
      </dsp:txXfrm>
    </dsp:sp>
    <dsp:sp modelId="{8EE598D4-3436-4B47-84B1-DAD22BF1454E}">
      <dsp:nvSpPr>
        <dsp:cNvPr id="0" name=""/>
        <dsp:cNvSpPr/>
      </dsp:nvSpPr>
      <dsp:spPr>
        <a:xfrm>
          <a:off x="3743523" y="532169"/>
          <a:ext cx="3403203" cy="25119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+mn-lt"/>
            </a:rPr>
            <a:t>Our next steps focus on long-term value creation.</a:t>
          </a:r>
        </a:p>
      </dsp:txBody>
      <dsp:txXfrm>
        <a:off x="3743523" y="532169"/>
        <a:ext cx="3403203" cy="2511955"/>
      </dsp:txXfrm>
    </dsp:sp>
    <dsp:sp modelId="{7601E8C4-7F17-4695-B1CE-57EF4035A40F}">
      <dsp:nvSpPr>
        <dsp:cNvPr id="0" name=""/>
        <dsp:cNvSpPr/>
      </dsp:nvSpPr>
      <dsp:spPr>
        <a:xfrm>
          <a:off x="7487046" y="0"/>
          <a:ext cx="3403203" cy="34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tx1"/>
              </a:solidFill>
              <a:latin typeface="+mn-lt"/>
            </a:rPr>
            <a:t>Sustained growth</a:t>
          </a:r>
        </a:p>
      </dsp:txBody>
      <dsp:txXfrm>
        <a:off x="7487046" y="0"/>
        <a:ext cx="3403203" cy="347793"/>
      </dsp:txXfrm>
    </dsp:sp>
    <dsp:sp modelId="{4089A5D8-997B-4184-99FA-4FC49BC3D349}">
      <dsp:nvSpPr>
        <dsp:cNvPr id="0" name=""/>
        <dsp:cNvSpPr/>
      </dsp:nvSpPr>
      <dsp:spPr>
        <a:xfrm>
          <a:off x="7487046" y="532169"/>
          <a:ext cx="3403203" cy="25119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+mn-lt"/>
            </a:rPr>
            <a:t>We’re positioned for scalable expansion in the coming years.</a:t>
          </a:r>
        </a:p>
      </dsp:txBody>
      <dsp:txXfrm>
        <a:off x="7487046" y="532169"/>
        <a:ext cx="3403203" cy="25119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ArchList1#26">
  <dgm:title val="Flexible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linDir" val="from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8:57:15.8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3376 0 8192,'30'0'13736,"-10"0"-9450,8 0-4286,1 1 0,-1 2 0,0 1 0,0 1 0,-1 1 0,1 2 0,40 16 0,-59-20 0,0 0 0,0 1 0,0-1 0,0 2 0,-1-1 0,0 1 0,0 1 0,-1 0 0,0 0 0,0 0 0,-1 1 0,1-1 0,-2 2 0,1-1 0,-1 1 0,0-1 0,-1 1 0,0 1 0,-1-1 0,0 1 0,0-1 0,-1 1 0,0 0 0,1 15 0,-3-15-58,2 19-1720,-1 0 0,-1 0 0,-2 0 0,-9 50-1,-13-28 1686,7-28 2200,-1 0 1,-38 37-1,30-33-1368,-20 9-3239,22-23-584,-1-1 0,0-1 0,-29 8 0,17-5 1879,-323 89 1205,-9-29 0,254-52 0,-164 18 1824,196-30-2520,-55 7 2673,-1 6 3583,54-8-11626,-1-3 3386,-135 26 5237,191-33-728,1 0 0,-1-2 0,0-1 0,-37-3 0,32 0 305,1 1-1,-51 8 1,-3 5-4942,-118-5-10058,168-6 12396,1 1 0,-1 2 1,1 1-1,-59 19 1,73-21 469,0 0 0,-41 2 0,-6 0 0,-31 6 1962,51-7 787,0 1 0,-68 20 0,74-14-145,-2-1 1,-64 7-1,88-17-2604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8:57:17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249 1 8192,'-21'13'9105,"20"-11"-8570,0-1 1,1 0-1,-1 0 1,0 3-1,-15 35 5273,14-31-5376,-13 27-432,-1-2 0,-24 37 0,-13 27 0,40-68 0,-2 0 0,-30 44 0,44-72 0,1-1 0,-1 1 0,0 0 0,0 0 0,1 0 0,-1 0 0,1 1 0,-1-1 0,1 0 0,-1 0 0,1 0 0,0 0 0,-1 1 0,1-1 0,0 0 0,0 0 0,0 0 0,0 1 0,0-1 0,0 0 0,0 0 0,1 0 0,-1 1 0,0-1 0,1 0 0,0 2 0,0-1 0,1 0 0,0 0 0,-1 0 0,1-1 0,0 1 0,0 0 0,0-1 0,1 0 0,-1 1 0,0-1 0,0 0 0,4 1 0,12 4 0,1-1 0,37 6 0,-35-8 0,33 6 0,92 2 0,-90-9 0,33 8-2235,42 17-5895,46 5 473,-133-28 7657,-9-1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8:57:21.2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1045 0 8192,'80'1'7385,"103"13"1,-144-8-6302,-1 2-1,56 19 1,196 63-8929,-207-62 5322,-48-17 992,0 1 1,-1 1-1,0 2 0,58 35 0,-86-45 1833,0 0 1,0 1 0,0 0-1,-1 0 1,1 0 0,-2 0-1,1 1 1,-1-1 0,6 12-1,-6-9 774,0 1 0,0 0 0,-1 1 0,0-1 0,-1 0 0,2 19 0,-3-17-577,-1 0-1,0 0 1,-1 0 0,0 0 0,0 0-1,-1 0 1,-1 0 0,0-1-1,-1 1 1,0-1 0,-7 13 0,5-13-376,-1-1 0,0 0 0,-1-1 1,0 0-1,0 0 0,-1 0 0,0-1 1,-1 0-1,1-1 0,-2 0 0,-10 5 1,-51 25-1907,22-15-2585,-2-3 1,-71 18-1,28-18 1541,-254 29 2518,233-31 193,-44 9 727,-18-1-484,-2 1-749,-78 44 7634,33-7 1864,153-50-6211,-3 2-3196,58-11 531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8:57:22.8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466 7 8192,'-7'-7'7713,"7"7"-7542,-17 8 5052,-12 14-308,-1 22-9109,-28 51 0,7-8-2996,23-47 5706,-34 39 0,-91 85 2008,152-163-524,-3 2 0,1 1 0,0 0 0,0-1 0,0 1 0,0 0 0,1 1 0,-5 7 0,7-11 0,0 0 0,-1 1 0,1-1 0,0 0 0,0 0 0,0 1 0,0-1 0,0 0 0,0 0 0,0 1 0,0-1 0,0 0 0,1 0 0,-1 0 0,1 1 0,-1-1 0,0 0 0,1 0 0,0 0 0,-1 0 0,1 0 0,0 0 0,0 0 0,-1 0 0,1 0 0,0 0 0,0 0 0,0-1 0,0 1 0,0 0 0,0 0 0,0-1 0,0 1 0,2 0 0,9 4 0,1 0 0,0 0 0,0-1 0,0-1 0,0 0 0,0-1 0,20 1 0,103-4 0,-73-1 0,336 0 0,-358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9:28:17.8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55 8192,'68'4'13736,"-23"3"-9450,165 12-4286,-9-1 0,-158-10 0,371 46 0,-290-44 0,86 4 0,0-13 0,205-4 0,-308-7-954,157-36 1,-184 30 384,-4 1-7777,0-2 3992,244-40 4369,-276 52-2050,-1 0 3870,46-6 4351,-28 8-8606,83 2 3333,193 2-9740,-205-1 13072,-1 1 10811,234-1-14848,-343 0-208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9:28:18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431 0 8192,'7'1'1406,"0"1"1,1-1 0,-1 1 0,0 1-1,0-1 1,0 1 0,0 1 0,0-1-1,-1 1 1,1 0 0,8 7 0,6 3-266,340 234-3853,-21-13 356,-105-95 4420,-221-131 662,-15-4-1752,-27-2-1510,15-3 376,-427 56-6401,209-20 2527,118-22 2591,-436 77-4541,480-72 8987,19-1 12016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9:41:34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123 0 8192,'19'1'1641,"1"1"0,-1 0 1,0 2-1,0 0 0,0 1 0,-1 1 1,1 1-1,20 10 0,-14-4-557,0 1-1,37 28 1,-53-34-1084,-1 1 0,1 0 0,-1 0 0,-1 0 0,0 1 0,0 0 0,-1 1 0,-1-1 0,1 1 0,-2 0 0,1 0 0,-2 1 0,1 0 0,-2-1 0,3 15 0,0 22 0,-1 1 0,-3 67 0,-2-89 0,1 53-3088,0 39-6422,0-64 6638,0-16 2021,2 1 0,11 58 1,-7-58 850,0 62 0,-6-74 0,2 0 0,0-1 0,2 1 0,1-1 0,11 34 0,-16-59 4,9 22 4437,21 41-1,-26-57-3134,0-1 0,1 0-1,0 0 1,12 11-1,14 3-26,-17-16-1714,0 0-1,0-1 0,21 3 1,16 4-3957,-61-12 4392,-1 0 0,1 1 0,-1 0 0,-11 3 0,8-2 4395,11-1-4270,-1 0 1,1 0-1,-1 0 0,1 1 0,-1-1 0,1 1 0,0 0 1,0 0-1,-1 0 0,1 1 0,0-1 0,0 1 0,0 0 1,0 0-1,0 0 0,1 0 0,-1 0 0,1 0 1,-1 1-1,1 0 0,0-1 0,0 1 0,0 0 0,-3 5 1,2 2-89,0 0 1,1 0 0,0 1 0,0-1 0,1 0 0,1 18 0,0-18-549,0 0 0,-1 1 1,0-1-1,0 0 0,-1 0 1,0 0-1,-1-1 0,-5 12 1,-4 1-1018,1 0 0,0 1 0,1 0 0,2 1 0,0 0 0,2 0 0,1 0 0,-3 31 0,2 73 1528,11 129 0,20-89 0,-1-41 1874,0 6 2027,-22-115-3441,-1-1 0,0 0 0,-2 1 0,0-1 0,-6 30 0,-5 15-193,8-40 855,-1 1 0,-13 38-1,14-51-1372,0 0 1,-1-1-1,-1 0 0,1 0 0,-10 10 0,4-6 1367,0 0 0,-1-2 0,-1 1 0,-17 11 0,16-14-648,0 0 0,-1-1 0,-30 12 0,20-13-1206,0 0 1,0-1 0,0-2 0,-1-1 0,-50 1 0,44-4-1117,-42 0-4746,51-1 8471,0-1 4294,5-2-10860,11-2 2807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9:41:48.8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2949 8192,'15'18'11845,"-12"-17"-11307,28 10 4964,-28-10-5365,30 7-107,0-2 1,0-1 0,43 1-1,108-7-196,-83 0-350,291 1-4837,53 1-3976,-150-5 6549,-256 2 2780,0-2 0,1-1 0,-2-3 0,1 0 0,-1-3 0,0-1 0,64-31 0,24-15 1804,63-30 5108,127-58 2192,-216 97-9372,-2-5 1,107-78 0,165-150 775,-236 167-3463,157-182-9889,-194 188 11117,0-5 1727,113-120 0,36-12 0,-165 171 0,102-72 0,101-51 0,-101 73 0,-120 80 0,6-5 0,2 2 0,135-66 0,-144 85 2746,37-15 6136,-29 22-6511,39-3-2194,-37 6 1105,1 4 0,100-9 0,227 22-6388,-200 4 5083,-184-1 718,-1 0 0,1 1 0,-1 1 0,0 0 0,0 1 1,0 1-1,26 11 0,4 7-1076,45 30 0,7 5-1765,-6-5 2212,-66-37 278,0 0 0,0-2 1,2-1-1,0-1 0,0-1 0,57 14 1,-67-22-345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9:41:49.8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699 1 8192,'2'8'1709,"-1"0"0,1 0-1,1 0 1,-1 0 0,1 0 0,1-1 0,-1 1 0,10 13 0,5 13 933,10 26-2642,59 97 0,-68-129 0,1 0 0,2-2 0,1 0 0,1-1 0,31 24 0,-8-13-2965,-26-21-1239,-1 0-1,30 31 1,-49-46 4131,-1 1 0,1-1-1,0 1 1,-1 0 0,1-1 0,-1 1 0,1 0-1,0-1 1,-1 1 0,0 0 0,1 0 0,-1-1-1,1 1 1,-1 0 0,0 0 0,0 0 0,1-1-1,-1 1 1,0 0 0,0 0 0,0 0 0,0 0-1,0 0 1,0-1 0,0 1 0,0 0 0,-1 0-1,1 0 1,0 0 0,-1 0 0,0 1 22,0-1 1,-1 0-1,1 0 0,0 0 1,-1-1-1,1 1 1,-1 0-1,1 0 1,-1-1-1,0 1 0,1-1 1,-1 1-1,1-1 1,-4 0-1,-71 1 549,64-2-412,-74 4-86,-1 3 0,1 3 0,1 5 0,-143 41 0,-104 17 0,224-50 0,61-13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9:41:34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123 0 8192,'19'1'1641,"1"1"0,-1 0 1,0 2-1,0 0 0,0 1 0,-1 1 1,1 1-1,20 10 0,-14-4-557,0 1-1,37 28 1,-53-34-1084,-1 1 0,1 0 0,-1 0 0,-1 0 0,0 1 0,0 0 0,-1 1 0,-1-1 0,1 1 0,-2 0 0,1 0 0,-2 1 0,1 0 0,-2-1 0,3 15 0,0 22 0,-1 1 0,-3 67 0,-2-89 0,1 53-3088,0 39-6422,0-64 6638,0-16 2021,2 1 0,11 58 1,-7-58 850,0 62 0,-6-74 0,2 0 0,0-1 0,2 1 0,1-1 0,11 34 0,-16-59 4,9 22 4437,21 41-1,-26-57-3134,0-1 0,1 0-1,0 0 1,12 11-1,14 3-26,-17-16-1714,0 0-1,0-1 0,21 3 1,16 4-3957,-61-12 4392,-1 0 0,1 1 0,-1 0 0,-11 3 0,8-2 4395,11-1-4270,-1 0 1,1 0-1,-1 0 0,1 1 0,-1-1 0,1 1 0,0 0 1,0 0-1,-1 0 0,1 1 0,0-1 0,0 1 0,0 0 1,0 0-1,0 0 0,1 0 0,-1 0 0,1 0 1,-1 1-1,1 0 0,0-1 0,0 1 0,0 0 0,-3 5 1,2 2-89,0 0 1,1 0 0,0 1 0,0-1 0,1 0 0,1 18 0,0-18-549,0 0 0,-1 1 1,0-1-1,0 0 0,-1 0 1,0 0-1,-1-1 0,-5 12 1,-4 1-1018,1 0 0,0 1 0,1 0 0,2 1 0,0 0 0,2 0 0,1 0 0,-3 31 0,2 73 1528,11 129 0,20-89 0,-1-41 1874,0 6 2027,-22-115-3441,-1-1 0,0 0 0,-2 1 0,0-1 0,-6 30 0,-5 15-193,8-40 855,-1 1 0,-13 38-1,14-51-1372,0 0 1,-1-1-1,-1 0 0,1 0 0,-10 10 0,4-6 1367,0 0 0,-1-2 0,-1 1 0,-17 11 0,16-14-648,0 0 0,-1-1 0,-30 12 0,20-13-1206,0 0 1,0-1 0,0-2 0,-1-1 0,-50 1 0,44-4-1117,-42 0-4746,51-1 8471,0-1 4294,5-2-10860,11-2 2807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9:41:48.8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2949 8192,'15'18'11845,"-12"-17"-11307,28 10 4964,-28-10-5365,30 7-107,0-2 1,0-1 0,43 1-1,108-7-196,-83 0-350,291 1-4837,53 1-3976,-150-5 6549,-256 2 2780,0-2 0,1-1 0,-2-3 0,1 0 0,-1-3 0,0-1 0,64-31 0,24-15 1804,63-30 5108,127-58 2192,-216 97-9372,-2-5 1,107-78 0,165-150 775,-236 167-3463,157-182-9889,-194 188 11117,0-5 1727,113-120 0,36-12 0,-165 171 0,102-72 0,101-51 0,-101 73 0,-120 80 0,6-5 0,2 2 0,135-66 0,-144 85 2746,37-15 6136,-29 22-6511,39-3-2194,-37 6 1105,1 4 0,100-9 0,227 22-6388,-200 4 5083,-184-1 718,-1 0 0,1 1 0,-1 1 0,0 0 0,0 1 1,0 1-1,26 11 0,4 7-1076,45 30 0,7 5-1765,-6-5 2212,-66-37 278,0 0 0,0-2 1,2-1-1,0-1 0,0-1 0,57 14 1,-67-22-345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9T09:41:49.8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699 1 8192,'2'8'1709,"-1"0"0,1 0-1,1 0 1,-1 0 0,1 0 0,1-1 0,-1 1 0,10 13 0,5 13 933,10 26-2642,59 97 0,-68-129 0,1 0 0,2-2 0,1 0 0,1-1 0,31 24 0,-8-13-2965,-26-21-1239,-1 0-1,30 31 1,-49-46 4131,-1 1 0,1-1-1,0 1 1,-1 0 0,1-1 0,-1 1 0,1 0-1,0-1 1,-1 1 0,0 0 0,1 0 0,-1-1-1,1 1 1,-1 0 0,0 0 0,0 0 0,1-1-1,-1 1 1,0 0 0,0 0 0,0 0 0,0 0-1,0 0 1,0-1 0,0 1 0,0 0 0,-1 0-1,1 0 1,0 0 0,-1 0 0,0 1 22,0-1 1,-1 0-1,1 0 0,0 0 1,-1-1-1,1 1 1,-1 0-1,1 0 1,-1-1-1,0 1 0,1-1 1,-1 1-1,1-1 1,-4 0-1,-71 1 549,64-2-412,-74 4-86,-1 3 0,1 3 0,1 5 0,-143 41 0,-104 17 0,224-50 0,61-13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8.xml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12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customXml" Target="../ink/ink11.xml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" sz="4800" dirty="0"/>
              <a:t>Modelling and Control of an Unbalanced Disk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" dirty="0"/>
              <a:t>Group 17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9145F-19F3-62BD-45B1-BCE975DD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/>
          <a:lstStyle/>
          <a:p>
            <a:r>
              <a:rPr lang="en-US" dirty="0"/>
              <a:t>Content:</a:t>
            </a:r>
          </a:p>
        </p:txBody>
      </p:sp>
      <p:pic>
        <p:nvPicPr>
          <p:cNvPr id="8" name="Picture Placeholder 7" descr="A close-up of a metal surface with ridges&#10;">
            <a:extLst>
              <a:ext uri="{FF2B5EF4-FFF2-40B4-BE49-F238E27FC236}">
                <a16:creationId xmlns:a16="http://schemas.microsoft.com/office/drawing/2014/main" id="{D6765182-5DF1-100F-689E-E034959A15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773" r="29773"/>
          <a:stretch/>
        </p:blipFill>
        <p:spPr>
          <a:xfrm>
            <a:off x="638475" y="1"/>
            <a:ext cx="3776472" cy="622014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85D94-AADC-B5C4-3A9B-759B877D3B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/>
          <a:p>
            <a:r>
              <a:rPr lang="en-US" dirty="0"/>
              <a:t>S</a:t>
            </a:r>
            <a:r>
              <a:rPr lang="" dirty="0"/>
              <a:t>ystem dynamics modelling using ANN and GP</a:t>
            </a:r>
            <a:endParaRPr lang="en-US" dirty="0"/>
          </a:p>
          <a:p>
            <a:r>
              <a:rPr lang="" dirty="0"/>
              <a:t>Policy learning for swing-up control </a:t>
            </a:r>
          </a:p>
          <a:p>
            <a:r>
              <a:rPr lang="" dirty="0"/>
              <a:t>Extension to reference tracking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BF1594-30B4-20D7-8060-2799D712C4D7}"/>
              </a:ext>
            </a:extLst>
          </p:cNvPr>
          <p:cNvGrpSpPr/>
          <p:nvPr/>
        </p:nvGrpSpPr>
        <p:grpSpPr>
          <a:xfrm>
            <a:off x="9511704" y="3566016"/>
            <a:ext cx="1446120" cy="595080"/>
            <a:chOff x="9511704" y="3566016"/>
            <a:chExt cx="1446120" cy="59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D8A1918-8099-A0A2-C743-ABF9E7C27323}"/>
                    </a:ext>
                  </a:extLst>
                </p14:cNvPr>
                <p14:cNvContentPartPr/>
                <p14:nvPr/>
              </p14:nvContentPartPr>
              <p14:xfrm>
                <a:off x="9574704" y="3566016"/>
                <a:ext cx="1383120" cy="466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D8A1918-8099-A0A2-C743-ABF9E7C273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56704" y="3548016"/>
                  <a:ext cx="141876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642F718-4983-B118-71D7-C1B179A68792}"/>
                    </a:ext>
                  </a:extLst>
                </p14:cNvPr>
                <p14:cNvContentPartPr/>
                <p14:nvPr/>
              </p14:nvContentPartPr>
              <p14:xfrm>
                <a:off x="9511704" y="3940776"/>
                <a:ext cx="316440" cy="220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642F718-4983-B118-71D7-C1B179A687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94064" y="3923136"/>
                  <a:ext cx="35208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6DA0990-8330-D604-C66C-F2C1F216F6C7}"/>
              </a:ext>
            </a:extLst>
          </p:cNvPr>
          <p:cNvGrpSpPr/>
          <p:nvPr/>
        </p:nvGrpSpPr>
        <p:grpSpPr>
          <a:xfrm>
            <a:off x="8932356" y="4253472"/>
            <a:ext cx="891360" cy="514080"/>
            <a:chOff x="8948664" y="4242816"/>
            <a:chExt cx="891360" cy="51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A892AAA-EC59-73BF-F5A0-8F0A6766B00E}"/>
                    </a:ext>
                  </a:extLst>
                </p14:cNvPr>
                <p14:cNvContentPartPr/>
                <p14:nvPr/>
              </p14:nvContentPartPr>
              <p14:xfrm>
                <a:off x="9060264" y="4242816"/>
                <a:ext cx="779760" cy="410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A892AAA-EC59-73BF-F5A0-8F0A6766B00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42264" y="4224816"/>
                  <a:ext cx="8154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090B6C-9512-B8AF-2D41-286842EBFF88}"/>
                    </a:ext>
                  </a:extLst>
                </p14:cNvPr>
                <p14:cNvContentPartPr/>
                <p14:nvPr/>
              </p14:nvContentPartPr>
              <p14:xfrm>
                <a:off x="8948664" y="4523976"/>
                <a:ext cx="281520" cy="232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090B6C-9512-B8AF-2D41-286842EBFF8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31024" y="4505976"/>
                  <a:ext cx="317160" cy="268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5169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3E236-CD85-B31A-47DD-9CACA5D2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34FC52-4114-965F-E12A-9313AECD8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705" y="1624280"/>
            <a:ext cx="9299448" cy="523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523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C119-8059-5B13-95DC-17CBFA7D1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Prediction vs Simulation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13C65-ADC5-573C-B90F-B31F21CD77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" b="1" dirty="0"/>
              <a:t>Prediction:</a:t>
            </a:r>
          </a:p>
          <a:p>
            <a:r>
              <a:rPr lang="" dirty="0"/>
              <a:t>one-step-ahead angle prediction</a:t>
            </a:r>
          </a:p>
          <a:p>
            <a:r>
              <a:rPr lang="" dirty="0"/>
              <a:t>uses measured past angles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" dirty="0"/>
          </a:p>
          <a:p>
            <a:r>
              <a:rPr lang="" b="1" dirty="0"/>
              <a:t>Simulation:</a:t>
            </a:r>
          </a:p>
          <a:p>
            <a:r>
              <a:rPr lang="" dirty="0"/>
              <a:t>full trajectory prediction</a:t>
            </a:r>
          </a:p>
          <a:p>
            <a:r>
              <a:rPr lang="" dirty="0"/>
              <a:t>feeds back the model's own previous outputs</a:t>
            </a:r>
          </a:p>
          <a:p>
            <a:r>
              <a:rPr lang="" dirty="0"/>
              <a:t>harder because errors can accumulate</a:t>
            </a:r>
          </a:p>
          <a:p>
            <a:endParaRPr lang="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AD67C-2284-7B51-9AFE-CE359634D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5" y="2011680"/>
            <a:ext cx="40386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1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/>
          <a:lstStyle/>
          <a:p>
            <a:r>
              <a:rPr lang="en-US" dirty="0"/>
              <a:t>S</a:t>
            </a:r>
            <a:r>
              <a:rPr lang="" dirty="0"/>
              <a:t>ystem dynamics modelling using ANN and GP 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5AD475-E13C-EA3E-43ED-83AC4ACE767C}"/>
              </a:ext>
            </a:extLst>
          </p:cNvPr>
          <p:cNvGrpSpPr/>
          <p:nvPr/>
        </p:nvGrpSpPr>
        <p:grpSpPr>
          <a:xfrm>
            <a:off x="6448560" y="4924365"/>
            <a:ext cx="1830600" cy="334440"/>
            <a:chOff x="6448560" y="4924365"/>
            <a:chExt cx="183060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B91EA03-8824-8E81-AFB4-B13324D18E6E}"/>
                    </a:ext>
                  </a:extLst>
                </p14:cNvPr>
                <p14:cNvContentPartPr/>
                <p14:nvPr/>
              </p14:nvContentPartPr>
              <p14:xfrm>
                <a:off x="6448560" y="5066565"/>
                <a:ext cx="1523520" cy="68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B91EA03-8824-8E81-AFB4-B13324D18E6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30560" y="5048925"/>
                  <a:ext cx="15591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D60D17A-3D57-61BA-3E50-ED03EA6699D3}"/>
                    </a:ext>
                  </a:extLst>
                </p14:cNvPr>
                <p14:cNvContentPartPr/>
                <p14:nvPr/>
              </p14:nvContentPartPr>
              <p14:xfrm>
                <a:off x="7741320" y="4924365"/>
                <a:ext cx="537840" cy="334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D60D17A-3D57-61BA-3E50-ED03EA6699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23320" y="4906365"/>
                  <a:ext cx="573480" cy="370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F0A63-CDBF-BA33-493C-CDA31DCA2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ANN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ACBE48-F36C-9F53-9701-C2937965E4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8639" y="1715532"/>
                <a:ext cx="10653579" cy="4593828"/>
              </a:xfrm>
            </p:spPr>
            <p:txBody>
              <a:bodyPr/>
              <a:lstStyle/>
              <a:p>
                <a:r>
                  <a:rPr lang="" b="1" dirty="0"/>
                  <a:t>Simple model:</a:t>
                </a:r>
              </a:p>
              <a:p>
                <a:r>
                  <a:rPr lang="" dirty="0"/>
                  <a:t>NARX feedforward ANN</a:t>
                </a:r>
              </a:p>
              <a:p>
                <a:r>
                  <a:rPr lang="" dirty="0"/>
                  <a:t>uses past voltages and angles</a:t>
                </a:r>
              </a:p>
              <a:p>
                <a:r>
                  <a:rPr lang="en-US" sz="1600" dirty="0"/>
                  <a:t>old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600" dirty="0"/>
                  <a:t> values + old </a:t>
                </a:r>
                <a14:m>
                  <m:oMath xmlns:m="http://schemas.openxmlformats.org/officeDocument/2006/math"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sz="1600" dirty="0"/>
                  <a:t> </a:t>
                </a:r>
                <a:r>
                  <a:rPr lang="en-US" sz="1600" dirty="0"/>
                  <a:t>values -&gt; next </a:t>
                </a:r>
                <a14:m>
                  <m:oMath xmlns:m="http://schemas.openxmlformats.org/officeDocument/2006/math">
                    <m:r>
                      <a:rPr lang="el-GR" sz="16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" sz="1600" dirty="0"/>
              </a:p>
              <a:p>
                <a:endParaRPr lang="" dirty="0"/>
              </a:p>
              <a:p>
                <a:r>
                  <a:rPr lang="" b="1" dirty="0"/>
                  <a:t>Advanced models:</a:t>
                </a:r>
              </a:p>
              <a:p>
                <a:r>
                  <a:rPr lang="" dirty="0"/>
                  <a:t>GRU recurrent ANN</a:t>
                </a:r>
              </a:p>
              <a:p>
                <a:r>
                  <a:rPr lang="" dirty="0"/>
                  <a:t>LSTM recurrent ANN</a:t>
                </a:r>
              </a:p>
              <a:p>
                <a:r>
                  <a:rPr lang="" dirty="0"/>
                  <a:t>use ordered sequences of voltage and angle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ACBE48-F36C-9F53-9701-C2937965E4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639" y="1715532"/>
                <a:ext cx="10653579" cy="4593828"/>
              </a:xfrm>
              <a:blipFill>
                <a:blip r:embed="rId2"/>
                <a:stretch>
                  <a:fillRect l="-458" t="-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CC7E329-D425-7F19-F8C4-9500137F4345}"/>
                  </a:ext>
                </a:extLst>
              </p14:cNvPr>
              <p14:cNvContentPartPr/>
              <p14:nvPr/>
            </p14:nvContentPartPr>
            <p14:xfrm>
              <a:off x="3101184" y="4050576"/>
              <a:ext cx="295200" cy="1190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CC7E329-D425-7F19-F8C4-9500137F43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3544" y="4032576"/>
                <a:ext cx="330840" cy="122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75ECF598-9528-7FA4-BA90-8D81374480BF}"/>
              </a:ext>
            </a:extLst>
          </p:cNvPr>
          <p:cNvGrpSpPr/>
          <p:nvPr/>
        </p:nvGrpSpPr>
        <p:grpSpPr>
          <a:xfrm>
            <a:off x="3630024" y="3465576"/>
            <a:ext cx="2923560" cy="1108080"/>
            <a:chOff x="3630024" y="3465576"/>
            <a:chExt cx="2923560" cy="11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F756F63-5E5D-7549-DDD4-B0CC99727F30}"/>
                    </a:ext>
                  </a:extLst>
                </p14:cNvPr>
                <p14:cNvContentPartPr/>
                <p14:nvPr/>
              </p14:nvContentPartPr>
              <p14:xfrm>
                <a:off x="3630024" y="3491856"/>
                <a:ext cx="2744280" cy="108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F756F63-5E5D-7549-DDD4-B0CC99727F3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12024" y="3474216"/>
                  <a:ext cx="2779920" cy="11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99724B-63E5-500E-B699-0CC933CD0018}"/>
                    </a:ext>
                  </a:extLst>
                </p14:cNvPr>
                <p14:cNvContentPartPr/>
                <p14:nvPr/>
              </p14:nvContentPartPr>
              <p14:xfrm>
                <a:off x="6130584" y="3465576"/>
                <a:ext cx="423000" cy="308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99724B-63E5-500E-B699-0CC933CD001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12944" y="3447936"/>
                  <a:ext cx="458640" cy="343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1B1AB17-FF70-0733-EA11-BB310B3764FD}"/>
              </a:ext>
            </a:extLst>
          </p:cNvPr>
          <p:cNvSpPr txBox="1"/>
          <p:nvPr/>
        </p:nvSpPr>
        <p:spPr>
          <a:xfrm>
            <a:off x="6775704" y="3589070"/>
            <a:ext cx="243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b="1" dirty="0">
                <a:solidFill>
                  <a:srgbClr val="002060"/>
                </a:solidFill>
              </a:rPr>
              <a:t>Why GRU and LSTM?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A4B153-B895-CF9A-651A-83B4E57D2274}"/>
              </a:ext>
            </a:extLst>
          </p:cNvPr>
          <p:cNvSpPr txBox="1"/>
          <p:nvPr/>
        </p:nvSpPr>
        <p:spPr>
          <a:xfrm>
            <a:off x="6775704" y="3958402"/>
            <a:ext cx="5416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1600" dirty="0"/>
              <a:t>Both RNNs:</a:t>
            </a:r>
          </a:p>
          <a:p>
            <a:r>
              <a:rPr lang="" sz="1600" dirty="0"/>
              <a:t>- they process time sequences</a:t>
            </a:r>
          </a:p>
          <a:p>
            <a:r>
              <a:rPr lang="" sz="1600" dirty="0"/>
              <a:t>- useful because disk motion depends on previous angles and voltages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C8195E-054F-305F-C2EF-000A3E0DBDA1}"/>
              </a:ext>
            </a:extLst>
          </p:cNvPr>
          <p:cNvSpPr txBox="1"/>
          <p:nvPr/>
        </p:nvSpPr>
        <p:spPr>
          <a:xfrm>
            <a:off x="8732520" y="5133881"/>
            <a:ext cx="3374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1400" dirty="0"/>
              <a:t>LSTM:</a:t>
            </a:r>
          </a:p>
          <a:p>
            <a:r>
              <a:rPr lang="" sz="1400" dirty="0"/>
              <a:t>- more detailed memory mechanism</a:t>
            </a:r>
          </a:p>
          <a:p>
            <a:r>
              <a:rPr lang="" sz="1400" dirty="0"/>
              <a:t>- can keep information over longer sequences</a:t>
            </a:r>
          </a:p>
          <a:p>
            <a:r>
              <a:rPr lang="" sz="1400" dirty="0"/>
              <a:t>- may be more stable in simulation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3B5961-2357-9E24-22E7-DC09290221DD}"/>
              </a:ext>
            </a:extLst>
          </p:cNvPr>
          <p:cNvSpPr txBox="1"/>
          <p:nvPr/>
        </p:nvSpPr>
        <p:spPr>
          <a:xfrm>
            <a:off x="6096000" y="5133881"/>
            <a:ext cx="26365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1400" dirty="0"/>
              <a:t>GRU:</a:t>
            </a:r>
          </a:p>
          <a:p>
            <a:r>
              <a:rPr lang="" sz="1400" dirty="0"/>
              <a:t>- simpler recurrent model</a:t>
            </a:r>
          </a:p>
          <a:p>
            <a:r>
              <a:rPr lang="" sz="1400" dirty="0"/>
              <a:t>- fewer gates</a:t>
            </a:r>
          </a:p>
          <a:p>
            <a:r>
              <a:rPr lang="" sz="1400" dirty="0"/>
              <a:t>- easier/faster to train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786CA63-E2CA-EBCB-F871-C1DC9EE186C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20225"/>
          <a:stretch>
            <a:fillRect/>
          </a:stretch>
        </p:blipFill>
        <p:spPr>
          <a:xfrm>
            <a:off x="6342084" y="353256"/>
            <a:ext cx="5150413" cy="2312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AEA2DD-6191-6BF1-B903-813FC7EF8FCE}"/>
              </a:ext>
            </a:extLst>
          </p:cNvPr>
          <p:cNvSpPr txBox="1"/>
          <p:nvPr/>
        </p:nvSpPr>
        <p:spPr>
          <a:xfrm>
            <a:off x="1865376" y="977527"/>
            <a:ext cx="92362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4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Models Tested</a:t>
            </a:r>
            <a:endParaRPr lang="en-US" sz="40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FC61C9-5AF7-CDA3-A815-2E0DB2E352CD}"/>
              </a:ext>
            </a:extLst>
          </p:cNvPr>
          <p:cNvSpPr txBox="1"/>
          <p:nvPr/>
        </p:nvSpPr>
        <p:spPr>
          <a:xfrm>
            <a:off x="1865376" y="-736561"/>
            <a:ext cx="92362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4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Prediction and Simulation Results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C004366-E2D2-CC8E-05F8-DB29E698A0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44" y="7041881"/>
            <a:ext cx="10057568" cy="365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9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11E1C-065E-22B1-65D2-B5E898FA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73297-98E0-4BCC-408E-810D06CD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dirty="0"/>
              <a:t>ANN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F7094-2E62-FC95-A4A8-9AB37516CA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566588" y="2210538"/>
                <a:ext cx="10653579" cy="4593828"/>
              </a:xfrm>
            </p:spPr>
            <p:txBody>
              <a:bodyPr/>
              <a:lstStyle/>
              <a:p>
                <a:r>
                  <a:rPr lang="" b="1" dirty="0"/>
                  <a:t>Simple model:</a:t>
                </a:r>
              </a:p>
              <a:p>
                <a:r>
                  <a:rPr lang="" dirty="0"/>
                  <a:t>NARX feedforward ANN</a:t>
                </a:r>
              </a:p>
              <a:p>
                <a:r>
                  <a:rPr lang="" dirty="0"/>
                  <a:t>uses past voltages and angles</a:t>
                </a:r>
              </a:p>
              <a:p>
                <a:r>
                  <a:rPr lang="en-US" sz="1600" dirty="0"/>
                  <a:t>old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600" dirty="0"/>
                  <a:t> values + old </a:t>
                </a:r>
                <a14:m>
                  <m:oMath xmlns:m="http://schemas.openxmlformats.org/officeDocument/2006/math">
                    <m:r>
                      <a:rPr lang="el-GR" sz="16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sz="1600" dirty="0"/>
                  <a:t> </a:t>
                </a:r>
                <a:r>
                  <a:rPr lang="en-US" sz="1600" dirty="0"/>
                  <a:t>values -&gt; next </a:t>
                </a:r>
                <a14:m>
                  <m:oMath xmlns:m="http://schemas.openxmlformats.org/officeDocument/2006/math">
                    <m:r>
                      <a:rPr lang="el-GR" sz="16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" sz="1600" dirty="0"/>
              </a:p>
              <a:p>
                <a:endParaRPr lang="" dirty="0"/>
              </a:p>
              <a:p>
                <a:r>
                  <a:rPr lang="" b="1" dirty="0"/>
                  <a:t>Advanced models:</a:t>
                </a:r>
              </a:p>
              <a:p>
                <a:r>
                  <a:rPr lang="" dirty="0"/>
                  <a:t>GRU recurrent ANN</a:t>
                </a:r>
              </a:p>
              <a:p>
                <a:r>
                  <a:rPr lang="" dirty="0"/>
                  <a:t>LSTM recurrent ANN</a:t>
                </a:r>
              </a:p>
              <a:p>
                <a:r>
                  <a:rPr lang="" dirty="0"/>
                  <a:t>use ordered sequences of voltage and angle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F7094-2E62-FC95-A4A8-9AB37516CA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66588" y="2210538"/>
                <a:ext cx="10653579" cy="4593828"/>
              </a:xfrm>
              <a:blipFill>
                <a:blip r:embed="rId2"/>
                <a:stretch>
                  <a:fillRect l="-458" t="-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54EFFDE-A91A-E016-4567-BEA351112A26}"/>
                  </a:ext>
                </a:extLst>
              </p14:cNvPr>
              <p14:cNvContentPartPr/>
              <p14:nvPr/>
            </p14:nvContentPartPr>
            <p14:xfrm>
              <a:off x="15119133" y="4545582"/>
              <a:ext cx="295200" cy="1190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54EFFDE-A91A-E016-4567-BEA351112A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01493" y="4527582"/>
                <a:ext cx="330840" cy="122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C1F18208-215D-AC6E-0051-D296F2C3624D}"/>
              </a:ext>
            </a:extLst>
          </p:cNvPr>
          <p:cNvGrpSpPr/>
          <p:nvPr/>
        </p:nvGrpSpPr>
        <p:grpSpPr>
          <a:xfrm>
            <a:off x="15647973" y="3960582"/>
            <a:ext cx="2923560" cy="1108080"/>
            <a:chOff x="3630024" y="3465576"/>
            <a:chExt cx="2923560" cy="11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BF9B0A7-CA61-C08E-51C5-4012F4543FA2}"/>
                    </a:ext>
                  </a:extLst>
                </p14:cNvPr>
                <p14:cNvContentPartPr/>
                <p14:nvPr/>
              </p14:nvContentPartPr>
              <p14:xfrm>
                <a:off x="3630024" y="3491856"/>
                <a:ext cx="2744280" cy="108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BF9B0A7-CA61-C08E-51C5-4012F4543FA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12024" y="3474216"/>
                  <a:ext cx="2779920" cy="11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9A68D24-0609-27AA-5032-5258463BC292}"/>
                    </a:ext>
                  </a:extLst>
                </p14:cNvPr>
                <p14:cNvContentPartPr/>
                <p14:nvPr/>
              </p14:nvContentPartPr>
              <p14:xfrm>
                <a:off x="6130584" y="3465576"/>
                <a:ext cx="423000" cy="308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9A68D24-0609-27AA-5032-5258463BC29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12944" y="3447936"/>
                  <a:ext cx="458640" cy="343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E5B937E-8F33-76D9-2781-F4A20C697BA5}"/>
              </a:ext>
            </a:extLst>
          </p:cNvPr>
          <p:cNvSpPr txBox="1"/>
          <p:nvPr/>
        </p:nvSpPr>
        <p:spPr>
          <a:xfrm>
            <a:off x="18793653" y="4084076"/>
            <a:ext cx="243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b="1" dirty="0">
                <a:solidFill>
                  <a:srgbClr val="002060"/>
                </a:solidFill>
              </a:rPr>
              <a:t>Why GRU and LSTM?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3A4292-56A4-0446-2B57-9AFCA45F219A}"/>
              </a:ext>
            </a:extLst>
          </p:cNvPr>
          <p:cNvSpPr txBox="1"/>
          <p:nvPr/>
        </p:nvSpPr>
        <p:spPr>
          <a:xfrm>
            <a:off x="18793653" y="4453408"/>
            <a:ext cx="5416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1600" dirty="0"/>
              <a:t>Both RNNs:</a:t>
            </a:r>
          </a:p>
          <a:p>
            <a:r>
              <a:rPr lang="" sz="1600" dirty="0"/>
              <a:t>- they process time sequences</a:t>
            </a:r>
          </a:p>
          <a:p>
            <a:r>
              <a:rPr lang="" sz="1600" dirty="0"/>
              <a:t>- useful because disk motion depends on previous angles and voltages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40ED07-4F27-E056-A8DC-6170B7302CA8}"/>
              </a:ext>
            </a:extLst>
          </p:cNvPr>
          <p:cNvSpPr txBox="1"/>
          <p:nvPr/>
        </p:nvSpPr>
        <p:spPr>
          <a:xfrm>
            <a:off x="20750469" y="5628887"/>
            <a:ext cx="3374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1400" dirty="0"/>
              <a:t>LSTM:</a:t>
            </a:r>
          </a:p>
          <a:p>
            <a:r>
              <a:rPr lang="" sz="1400" dirty="0"/>
              <a:t>- more detailed memory mechanism</a:t>
            </a:r>
          </a:p>
          <a:p>
            <a:r>
              <a:rPr lang="" sz="1400" dirty="0"/>
              <a:t>- can keep information over longer sequences</a:t>
            </a:r>
          </a:p>
          <a:p>
            <a:r>
              <a:rPr lang="" sz="1400" dirty="0"/>
              <a:t>- may be more stable in simulation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3D8A58-A8D6-2D1E-8E67-EAEB9A953392}"/>
              </a:ext>
            </a:extLst>
          </p:cNvPr>
          <p:cNvSpPr txBox="1"/>
          <p:nvPr/>
        </p:nvSpPr>
        <p:spPr>
          <a:xfrm>
            <a:off x="18113949" y="5628887"/>
            <a:ext cx="26365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1400" dirty="0"/>
              <a:t>GRU:</a:t>
            </a:r>
          </a:p>
          <a:p>
            <a:r>
              <a:rPr lang="" sz="1400" dirty="0"/>
              <a:t>- simpler recurrent model</a:t>
            </a:r>
          </a:p>
          <a:p>
            <a:r>
              <a:rPr lang="" sz="1400" dirty="0"/>
              <a:t>- fewer gates</a:t>
            </a:r>
          </a:p>
          <a:p>
            <a:r>
              <a:rPr lang="" sz="1400" dirty="0"/>
              <a:t>- easier/faster to train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83FD470-F8C6-9F00-B7E8-CE383DE3C29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20225"/>
          <a:stretch>
            <a:fillRect/>
          </a:stretch>
        </p:blipFill>
        <p:spPr>
          <a:xfrm>
            <a:off x="18175262" y="597244"/>
            <a:ext cx="5150413" cy="2312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1E3C341-6646-31CF-D03B-32AF9328158A}"/>
              </a:ext>
            </a:extLst>
          </p:cNvPr>
          <p:cNvSpPr txBox="1"/>
          <p:nvPr/>
        </p:nvSpPr>
        <p:spPr>
          <a:xfrm>
            <a:off x="13883325" y="1472533"/>
            <a:ext cx="92362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4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Models Tested</a:t>
            </a:r>
            <a:endParaRPr lang="en-US" sz="40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0F6AB-C74F-5D3D-A6CC-F9681756A29A}"/>
              </a:ext>
            </a:extLst>
          </p:cNvPr>
          <p:cNvSpPr txBox="1"/>
          <p:nvPr/>
        </p:nvSpPr>
        <p:spPr>
          <a:xfrm>
            <a:off x="1842730" y="973012"/>
            <a:ext cx="92362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4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Prediction and Simulation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27F2B4-1DE4-C716-85CE-5C9856492B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45" y="2286013"/>
            <a:ext cx="10057568" cy="36572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A32332-740D-B3C3-A50F-68CBF59C76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63968" y="243985"/>
            <a:ext cx="8372931" cy="33491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B77D2F-59CE-9972-A7C9-C4038FB2095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63967" y="3508828"/>
            <a:ext cx="8372931" cy="334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79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8CB5-23F5-5F00-2664-8DB16440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BC11-F12E-6396-4023-CA5BD24BD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5732" y="548640"/>
            <a:ext cx="10653578" cy="1132258"/>
          </a:xfrm>
        </p:spPr>
        <p:txBody>
          <a:bodyPr/>
          <a:lstStyle/>
          <a:p>
            <a:r>
              <a:rPr lang="" dirty="0"/>
              <a:t>ANN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B4A3F-D3F1-6321-E353-D12B5A990348}"/>
              </a:ext>
            </a:extLst>
          </p:cNvPr>
          <p:cNvSpPr txBox="1"/>
          <p:nvPr/>
        </p:nvSpPr>
        <p:spPr>
          <a:xfrm>
            <a:off x="13809822" y="973012"/>
            <a:ext cx="92362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4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Prediction and Simulation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D582FD-4662-0562-88CD-FFC47F6DA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880" y="2286013"/>
            <a:ext cx="10057568" cy="36572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795EF6-FCD3-77DB-EFF8-93FAADE21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926" y="243985"/>
            <a:ext cx="8372931" cy="33491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DB26E28-CAA5-266E-E145-94159465AD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927" y="3508828"/>
            <a:ext cx="8372931" cy="334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43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433B-F9B2-9F56-8E0B-9013079F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4D76-2EA0-36C9-F318-A2ED6BFA1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12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5759-57FE-52D0-E362-82D93B5B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/>
          <a:lstStyle/>
          <a:p>
            <a:r>
              <a:rPr lang="en-US" dirty="0"/>
              <a:t>KPIs driving success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81008-0C0D-54FD-9C36-591283723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>
            <a:normAutofit/>
          </a:bodyPr>
          <a:lstStyle/>
          <a:p>
            <a:r>
              <a:rPr lang="en-US" sz="1600" dirty="0"/>
              <a:t>Growth rate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87678-507E-9464-4ACA-5256DA2B0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>
            <a:normAutofit/>
          </a:bodyPr>
          <a:lstStyle/>
          <a:p>
            <a:r>
              <a:rPr lang="en-US" sz="1600" dirty="0"/>
              <a:t>Profit margins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0E299-4CC9-668D-F87C-364FEF9801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>
            <a:normAutofit/>
          </a:bodyPr>
          <a:lstStyle/>
          <a:p>
            <a:r>
              <a:rPr lang="en-US" sz="1400" dirty="0"/>
              <a:t>We’ve achieved a 22.9% revenue increase over the past fiscal year, exceeding projections.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This growth has exceeded our projections and is a testament to our effective strategies and operational efficiency.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4AC5F4-7B6F-9B4C-C86B-24E0A2D006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>
            <a:normAutofit/>
          </a:bodyPr>
          <a:lstStyle/>
          <a:p>
            <a:r>
              <a:rPr lang="en-US" sz="1400" dirty="0"/>
              <a:t>As a result of our sustained operational efficiency, we have sustained a 20% profitability rate.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By focusing on profit margins, we have been able to remain profitable while also driving growth. </a:t>
            </a:r>
          </a:p>
        </p:txBody>
      </p:sp>
    </p:spTree>
    <p:extLst>
      <p:ext uri="{BB962C8B-B14F-4D97-AF65-F5344CB8AC3E}">
        <p14:creationId xmlns:p14="http://schemas.microsoft.com/office/powerpoint/2010/main" val="3624145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CA2ED-E264-B783-FD31-72F6D3ED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/>
          <a:lstStyle/>
          <a:p>
            <a:r>
              <a:rPr lang="en-US" dirty="0"/>
              <a:t>projected revenue growth in the next 12 months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F18A-49D8-F475-560D-48F33D57C7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4484" y="809412"/>
            <a:ext cx="10543032" cy="4206240"/>
          </a:xfrm>
        </p:spPr>
        <p:txBody>
          <a:bodyPr/>
          <a:lstStyle/>
          <a:p>
            <a:r>
              <a:rPr lang="en-US" dirty="0"/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2492782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/>
          <a:lstStyle/>
          <a:p>
            <a:r>
              <a:rPr lang="en-US" dirty="0"/>
              <a:t>Forecasting for the future →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2E33-1721-B951-B733-B7A6DDB7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/>
          <a:lstStyle/>
          <a:p>
            <a:r>
              <a:rPr lang="en-US" dirty="0"/>
              <a:t>Financial growth &amp; objectives</a:t>
            </a:r>
          </a:p>
        </p:txBody>
      </p:sp>
      <p:pic>
        <p:nvPicPr>
          <p:cNvPr id="6" name="Picture Placeholder 5" descr="A close-up of a spiral">
            <a:extLst>
              <a:ext uri="{FF2B5EF4-FFF2-40B4-BE49-F238E27FC236}">
                <a16:creationId xmlns:a16="http://schemas.microsoft.com/office/drawing/2014/main" id="{8F9EDC00-9358-5B30-ACCB-567D2E16D1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63" r="29863"/>
          <a:stretch/>
        </p:blipFill>
        <p:spPr>
          <a:xfrm>
            <a:off x="535580" y="647514"/>
            <a:ext cx="3749041" cy="621048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DD295-31E0-9F29-4736-6681DD7B6D5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>
            <a:normAutofit/>
          </a:bodyPr>
          <a:lstStyle/>
          <a:p>
            <a:r>
              <a:rPr lang="en-US" sz="1400" b="1" dirty="0"/>
              <a:t>Short-term goals</a:t>
            </a:r>
          </a:p>
          <a:p>
            <a:r>
              <a:rPr lang="en-US" sz="1400" dirty="0"/>
              <a:t>Our immediate focus is on cost control and operational efficiency to maximize cash flow. 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Long-term growth</a:t>
            </a:r>
          </a:p>
          <a:p>
            <a:r>
              <a:rPr lang="en-US" sz="1400" dirty="0"/>
              <a:t>For our long-term growth, we are committed to expanding into new markets while maintaining financial stability.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Risk mitigation</a:t>
            </a:r>
          </a:p>
          <a:p>
            <a:r>
              <a:rPr lang="en-US" sz="1400" dirty="0"/>
              <a:t>To safeguard our business against potential risks, we will develop strategies to hedge against economic downturns and market volatility. </a:t>
            </a:r>
          </a:p>
        </p:txBody>
      </p:sp>
    </p:spTree>
    <p:extLst>
      <p:ext uri="{BB962C8B-B14F-4D97-AF65-F5344CB8AC3E}">
        <p14:creationId xmlns:p14="http://schemas.microsoft.com/office/powerpoint/2010/main" val="3704891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F6DB-B071-2DCC-F666-432839F88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/>
          <a:lstStyle/>
          <a:p>
            <a:r>
              <a:rPr lang="en-US" dirty="0"/>
              <a:t>Budget allocation</a:t>
            </a:r>
          </a:p>
        </p:txBody>
      </p:sp>
      <p:pic>
        <p:nvPicPr>
          <p:cNvPr id="8" name="Picture Placeholder 7" descr="A black and white background with white lines">
            <a:extLst>
              <a:ext uri="{FF2B5EF4-FFF2-40B4-BE49-F238E27FC236}">
                <a16:creationId xmlns:a16="http://schemas.microsoft.com/office/drawing/2014/main" id="{3B19CCC6-A577-9F0D-52BE-AC728F2512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81" b="19581"/>
          <a:stretch/>
        </p:blipFill>
        <p:spPr>
          <a:xfrm>
            <a:off x="1" y="0"/>
            <a:ext cx="10869559" cy="3778270"/>
          </a:xfr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6CD6B-3F42-5630-5186-A2978156C3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/>
          <a:lstStyle/>
          <a:p>
            <a:r>
              <a:rPr lang="en-US" dirty="0"/>
              <a:t>By focusing our financial resources on high-impact areas like technology and talent acquisition, we aim to drive innovation and enhance our competitive edge.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210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049C88-D376-4280-99CE-BA43CE6F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529390"/>
            <a:ext cx="10652760" cy="529389"/>
          </a:xfrm>
        </p:spPr>
        <p:txBody>
          <a:bodyPr>
            <a:normAutofit fontScale="90000"/>
          </a:bodyPr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221BB-99CE-8D2F-8FFB-9CBE5D3F7B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548640"/>
            <a:ext cx="8266176" cy="5605272"/>
          </a:xfrm>
        </p:spPr>
        <p:txBody>
          <a:bodyPr/>
          <a:lstStyle/>
          <a:p>
            <a:r>
              <a:rPr lang="en-US" dirty="0"/>
              <a:t>Smart financial decisions today drive lasting success for the future.</a:t>
            </a:r>
          </a:p>
        </p:txBody>
      </p:sp>
    </p:spTree>
    <p:extLst>
      <p:ext uri="{BB962C8B-B14F-4D97-AF65-F5344CB8AC3E}">
        <p14:creationId xmlns:p14="http://schemas.microsoft.com/office/powerpoint/2010/main" val="835666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D4ADB1-1175-8891-CC64-93014006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/>
          <a:lstStyle/>
          <a:p>
            <a:r>
              <a:rPr lang="en-US" dirty="0"/>
              <a:t>Budget allocation &amp; growth forecast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780BEB-FFD1-3971-F361-1B40A8D66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452124"/>
              </p:ext>
            </p:extLst>
          </p:nvPr>
        </p:nvGraphicFramePr>
        <p:xfrm>
          <a:off x="549275" y="2157984"/>
          <a:ext cx="10905716" cy="346376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26429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2726429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2726429">
                  <a:extLst>
                    <a:ext uri="{9D8B030D-6E8A-4147-A177-3AD203B41FA5}">
                      <a16:colId xmlns:a16="http://schemas.microsoft.com/office/drawing/2014/main" val="3338054882"/>
                    </a:ext>
                  </a:extLst>
                </a:gridCol>
                <a:gridCol w="2726429">
                  <a:extLst>
                    <a:ext uri="{9D8B030D-6E8A-4147-A177-3AD203B41FA5}">
                      <a16:colId xmlns:a16="http://schemas.microsoft.com/office/drawing/2014/main" val="2175169288"/>
                    </a:ext>
                  </a:extLst>
                </a:gridCol>
              </a:tblGrid>
              <a:tr h="72056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Category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Budget allocation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Projected growth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ROI expectation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R&amp;D investment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$75M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+20% annually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High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Marketing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$50M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+15% annually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Moderate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Operations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$40M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+5% annually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Stable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Tech upgrades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$30M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+25% annually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High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314295061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Market expansion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$80M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+30% annually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High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150913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Cash reserves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$25M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N/A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Essential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346809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043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C1E9-DA00-BD07-9D90-D65485267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868" y="5196402"/>
            <a:ext cx="8970264" cy="466344"/>
          </a:xfrm>
        </p:spPr>
        <p:txBody>
          <a:bodyPr>
            <a:normAutofit fontScale="90000"/>
          </a:bodyPr>
          <a:lstStyle/>
          <a:p>
            <a:r>
              <a:rPr lang="en-US" dirty="0"/>
              <a:t>Andrew Carnegie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1C6A3-EEB1-8526-580F-D4CCB4EAA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6568" y="1188720"/>
            <a:ext cx="9198864" cy="3657600"/>
          </a:xfrm>
        </p:spPr>
        <p:txBody>
          <a:bodyPr/>
          <a:lstStyle/>
          <a:p>
            <a:r>
              <a:rPr lang="en-US" dirty="0"/>
              <a:t>“The first one gets the oyster, the second gets the shell.”</a:t>
            </a:r>
          </a:p>
        </p:txBody>
      </p:sp>
    </p:spTree>
    <p:extLst>
      <p:ext uri="{BB962C8B-B14F-4D97-AF65-F5344CB8AC3E}">
        <p14:creationId xmlns:p14="http://schemas.microsoft.com/office/powerpoint/2010/main" val="2759999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6D9E-852B-3816-E707-030B4AAE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/>
          <a:lstStyle/>
          <a:p>
            <a:r>
              <a:rPr lang="en-US" dirty="0"/>
              <a:t>Strategies for sustainable growth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42E1-6654-C28E-582C-BBB889D810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>
            <a:normAutofit/>
          </a:bodyPr>
          <a:lstStyle/>
          <a:p>
            <a:r>
              <a:rPr lang="en-US" sz="1600" b="1" dirty="0"/>
              <a:t>High-return opportunities</a:t>
            </a:r>
          </a:p>
          <a:p>
            <a:r>
              <a:rPr lang="en-US" sz="1400" dirty="0"/>
              <a:t>Targeted investments support long-term expansion. By focusing on high-return opportunities, we can maximize our growth potential and achieve sustainable success.</a:t>
            </a:r>
            <a:br>
              <a:rPr lang="en-US" dirty="0"/>
            </a:br>
            <a:br>
              <a:rPr lang="en-US" dirty="0"/>
            </a:br>
            <a:r>
              <a:rPr lang="en-US" sz="1600" b="1" dirty="0"/>
              <a:t>Technology integration</a:t>
            </a:r>
          </a:p>
          <a:p>
            <a:r>
              <a:rPr lang="en-US" sz="1400" dirty="0"/>
              <a:t>Leveraging AI and automation to drive financial efficiency. By integrating advanced technologies into our operations, we can streamline processes, reduce costs, and enhance productivity.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8408E-E097-13F4-F7FE-4A1C307187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>
            <a:normAutofit/>
          </a:bodyPr>
          <a:lstStyle/>
          <a:p>
            <a:r>
              <a:rPr lang="en-US" sz="1600" b="1" dirty="0"/>
              <a:t>Market expansion</a:t>
            </a:r>
          </a:p>
          <a:p>
            <a:r>
              <a:rPr lang="en-US" sz="1400" dirty="0"/>
              <a:t>Entering new territories to maximize profitability. Expanding into new markets allows us to diversify our revenue streams and reduce our reliance on existing markets. </a:t>
            </a:r>
            <a:br>
              <a:rPr lang="en-US" dirty="0"/>
            </a:br>
            <a:br>
              <a:rPr lang="en-US" sz="1600" dirty="0"/>
            </a:br>
            <a:r>
              <a:rPr lang="en-US" sz="1600" b="1" dirty="0"/>
              <a:t>Risk management</a:t>
            </a:r>
          </a:p>
          <a:p>
            <a:r>
              <a:rPr lang="en-US" sz="1400" dirty="0"/>
              <a:t>We implement strategies to hedge against financial uncertainties. By proactively managing risks, we can safeguard our business against potential threats and ensure long-term stability.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08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6744-1A53-D932-6DD0-9CC54AE06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/>
          <a:lstStyle/>
          <a:p>
            <a:r>
              <a:rPr lang="en-US" dirty="0"/>
              <a:t>Moving forward with confidence</a:t>
            </a:r>
          </a:p>
        </p:txBody>
      </p:sp>
      <p:graphicFrame>
        <p:nvGraphicFramePr>
          <p:cNvPr id="4" name="Content Placeholder 3" descr="Flexible text blocks SmartArt graphic">
            <a:extLst>
              <a:ext uri="{FF2B5EF4-FFF2-40B4-BE49-F238E27FC236}">
                <a16:creationId xmlns:a16="http://schemas.microsoft.com/office/drawing/2014/main" id="{D76C2881-1116-71B5-C845-3A893C40984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34106533"/>
              </p:ext>
            </p:extLst>
          </p:nvPr>
        </p:nvGraphicFramePr>
        <p:xfrm>
          <a:off x="549275" y="2867024"/>
          <a:ext cx="10890250" cy="3151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9139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619F37-723B-00F0-1CD9-21C3C9488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Placeholder 4" descr="A close-up of a network">
            <a:extLst>
              <a:ext uri="{FF2B5EF4-FFF2-40B4-BE49-F238E27FC236}">
                <a16:creationId xmlns:a16="http://schemas.microsoft.com/office/drawing/2014/main" id="{1C3420C8-E71D-2DEF-C553-090F74B4D66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52" b="3252"/>
          <a:stretch/>
        </p:blipFill>
        <p:spPr>
          <a:xfrm>
            <a:off x="0" y="599361"/>
            <a:ext cx="11001375" cy="4114800"/>
          </a:xfrm>
        </p:spPr>
      </p:pic>
    </p:spTree>
    <p:extLst>
      <p:ext uri="{BB962C8B-B14F-4D97-AF65-F5344CB8AC3E}">
        <p14:creationId xmlns:p14="http://schemas.microsoft.com/office/powerpoint/2010/main" val="2193201794"/>
      </p:ext>
    </p:extLst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Sleek corporate finance presentation</Template>
  <TotalTime>88</TotalTime>
  <Words>725</Words>
  <Application>Microsoft Office PowerPoint</Application>
  <PresentationFormat>Widescreen</PresentationFormat>
  <Paragraphs>131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Cambria Math</vt:lpstr>
      <vt:lpstr>Century Gothic</vt:lpstr>
      <vt:lpstr>Raleway</vt:lpstr>
      <vt:lpstr>Raleway Medium</vt:lpstr>
      <vt:lpstr>Sleek Blue</vt:lpstr>
      <vt:lpstr>Modelling and Control of an Unbalanced Disk</vt:lpstr>
      <vt:lpstr>Content:</vt:lpstr>
      <vt:lpstr>Problem Setup</vt:lpstr>
      <vt:lpstr>Prediction vs Simulation</vt:lpstr>
      <vt:lpstr>System dynamics modelling using ANN and GP </vt:lpstr>
      <vt:lpstr>ANN</vt:lpstr>
      <vt:lpstr>ANN</vt:lpstr>
      <vt:lpstr>ANN</vt:lpstr>
      <vt:lpstr>GP</vt:lpstr>
      <vt:lpstr>KPIs driving success</vt:lpstr>
      <vt:lpstr>projected revenue growth in the next 12 months</vt:lpstr>
      <vt:lpstr>Forecasting for the future →</vt:lpstr>
      <vt:lpstr>Financial growth &amp; objectives</vt:lpstr>
      <vt:lpstr>Budget allocation</vt:lpstr>
      <vt:lpstr>Quote</vt:lpstr>
      <vt:lpstr>Budget allocation &amp; growth forecast</vt:lpstr>
      <vt:lpstr>Andrew Carnegie</vt:lpstr>
      <vt:lpstr>Strategies for sustainable growth</vt:lpstr>
      <vt:lpstr>Moving forward with confidence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Saragiotis, Savvas</dc:creator>
  <cp:lastModifiedBy>Saragiotis, Savvas</cp:lastModifiedBy>
  <cp:revision>1</cp:revision>
  <dcterms:created xsi:type="dcterms:W3CDTF">2026-06-19T08:48:25Z</dcterms:created>
  <dcterms:modified xsi:type="dcterms:W3CDTF">2026-06-20T14:06:27Z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